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Mi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676344ecc8d400edf05830891ba679521be4c1f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508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800350" cy="428625"/>
          </a:xfrm>
          <a:custGeom>
            <a:avLst/>
            <a:gdLst/>
            <a:ahLst/>
            <a:cxnLst/>
            <a:rect l="l" t="t" r="r" b="b"/>
            <a:pathLst>
              <a:path w="2800350" h="428625">
                <a:moveTo>
                  <a:pt x="214313" y="0"/>
                </a:moveTo>
                <a:lnTo>
                  <a:pt x="2586038" y="0"/>
                </a:lnTo>
                <a:cubicBezTo>
                  <a:pt x="2704320" y="0"/>
                  <a:pt x="2800350" y="96030"/>
                  <a:pt x="2800350" y="214313"/>
                </a:cubicBezTo>
                <a:lnTo>
                  <a:pt x="2800350" y="214313"/>
                </a:lnTo>
                <a:cubicBezTo>
                  <a:pt x="2800350" y="332595"/>
                  <a:pt x="2704320" y="428625"/>
                  <a:pt x="25860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1025" y="5048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48577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ALGORITHMIQUE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35255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49555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28575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Tuteur IA Personnalisé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438525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 l'Apprentissage Étudiant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647700" y="62484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62063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14" name="Text 11"/>
          <p:cNvSpPr/>
          <p:nvPr/>
        </p:nvSpPr>
        <p:spPr>
          <a:xfrm>
            <a:off x="1509713" y="6248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RAG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de Présentation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604963"/>
            <a:ext cx="5591175" cy="2438400"/>
          </a:xfrm>
          <a:custGeom>
            <a:avLst/>
            <a:gdLst/>
            <a:ahLst/>
            <a:cxnLst/>
            <a:rect l="l" t="t" r="r" b="b"/>
            <a:pathLst>
              <a:path w="5591175" h="2438400">
                <a:moveTo>
                  <a:pt x="114312" y="0"/>
                </a:moveTo>
                <a:lnTo>
                  <a:pt x="5476863" y="0"/>
                </a:lnTo>
                <a:cubicBezTo>
                  <a:pt x="5539996" y="0"/>
                  <a:pt x="5591175" y="51179"/>
                  <a:pt x="5591175" y="114312"/>
                </a:cubicBezTo>
                <a:lnTo>
                  <a:pt x="5591175" y="2324088"/>
                </a:lnTo>
                <a:cubicBezTo>
                  <a:pt x="5591175" y="2387221"/>
                  <a:pt x="5539996" y="2438400"/>
                  <a:pt x="5476863" y="2438400"/>
                </a:cubicBezTo>
                <a:lnTo>
                  <a:pt x="114312" y="2438400"/>
                </a:lnTo>
                <a:cubicBezTo>
                  <a:pt x="51179" y="2438400"/>
                  <a:pt x="0" y="2387221"/>
                  <a:pt x="0" y="23240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5325" y="2366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2488" y="2500313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5425" y="2366963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Problème &amp; La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5425" y="2786063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défis de l'apprentissage traditionnel et la solution StudyBuddy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5063" y="1604963"/>
            <a:ext cx="5591175" cy="2438400"/>
          </a:xfrm>
          <a:custGeom>
            <a:avLst/>
            <a:gdLst/>
            <a:ahLst/>
            <a:cxnLst/>
            <a:rect l="l" t="t" r="r" b="b"/>
            <a:pathLst>
              <a:path w="5591175" h="2438400">
                <a:moveTo>
                  <a:pt x="114312" y="0"/>
                </a:moveTo>
                <a:lnTo>
                  <a:pt x="5476863" y="0"/>
                </a:lnTo>
                <a:cubicBezTo>
                  <a:pt x="5539996" y="0"/>
                  <a:pt x="5591175" y="51179"/>
                  <a:pt x="5591175" y="114312"/>
                </a:cubicBezTo>
                <a:lnTo>
                  <a:pt x="5591175" y="2324088"/>
                </a:lnTo>
                <a:cubicBezTo>
                  <a:pt x="5591175" y="2387221"/>
                  <a:pt x="5539996" y="2438400"/>
                  <a:pt x="5476863" y="2438400"/>
                </a:cubicBezTo>
                <a:lnTo>
                  <a:pt x="114312" y="2438400"/>
                </a:lnTo>
                <a:cubicBezTo>
                  <a:pt x="51179" y="2438400"/>
                  <a:pt x="0" y="2387221"/>
                  <a:pt x="0" y="23240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4625" y="24907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55594" y="262413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24725" y="2490788"/>
            <a:ext cx="302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Décomposition du Système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24725" y="2909888"/>
            <a:ext cx="2990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3 piliers fondamentaux de l'architecture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81488"/>
            <a:ext cx="5591175" cy="2190750"/>
          </a:xfrm>
          <a:custGeom>
            <a:avLst/>
            <a:gdLst/>
            <a:ahLst/>
            <a:cxnLst/>
            <a:rect l="l" t="t" r="r" b="b"/>
            <a:pathLst>
              <a:path w="5591175" h="2190750">
                <a:moveTo>
                  <a:pt x="114291" y="0"/>
                </a:moveTo>
                <a:lnTo>
                  <a:pt x="5476884" y="0"/>
                </a:lnTo>
                <a:cubicBezTo>
                  <a:pt x="5540005" y="0"/>
                  <a:pt x="5591175" y="51170"/>
                  <a:pt x="5591175" y="114291"/>
                </a:cubicBezTo>
                <a:lnTo>
                  <a:pt x="5591175" y="2076459"/>
                </a:lnTo>
                <a:cubicBezTo>
                  <a:pt x="5591175" y="2139580"/>
                  <a:pt x="5540005" y="2190750"/>
                  <a:pt x="5476884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325" y="50434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6294" y="517683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5425" y="5043488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Algorithmique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5425" y="5462588"/>
            <a:ext cx="3095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 PDF à la réponse IA : le processus complet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4281488"/>
            <a:ext cx="5591175" cy="2190750"/>
          </a:xfrm>
          <a:custGeom>
            <a:avLst/>
            <a:gdLst/>
            <a:ahLst/>
            <a:cxnLst/>
            <a:rect l="l" t="t" r="r" b="b"/>
            <a:pathLst>
              <a:path w="5591175" h="2190750">
                <a:moveTo>
                  <a:pt x="114291" y="0"/>
                </a:moveTo>
                <a:lnTo>
                  <a:pt x="5476884" y="0"/>
                </a:lnTo>
                <a:cubicBezTo>
                  <a:pt x="5540005" y="0"/>
                  <a:pt x="5591175" y="51170"/>
                  <a:pt x="5591175" y="114291"/>
                </a:cubicBezTo>
                <a:lnTo>
                  <a:pt x="5591175" y="2076459"/>
                </a:lnTo>
                <a:cubicBezTo>
                  <a:pt x="5591175" y="2139580"/>
                  <a:pt x="5540005" y="2190750"/>
                  <a:pt x="5476884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4625" y="50434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55594" y="517683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24725" y="5043488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24725" y="5462588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Transfert et généralisation du système RAG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Défi de l'Apprentissage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6153150" cy="1228725"/>
          </a:xfrm>
          <a:custGeom>
            <a:avLst/>
            <a:gdLst/>
            <a:ahLst/>
            <a:cxnLst/>
            <a:rect l="l" t="t" r="r" b="b"/>
            <a:pathLst>
              <a:path w="6153150" h="1228725">
                <a:moveTo>
                  <a:pt x="114296" y="0"/>
                </a:moveTo>
                <a:lnTo>
                  <a:pt x="6038854" y="0"/>
                </a:lnTo>
                <a:cubicBezTo>
                  <a:pt x="6101978" y="0"/>
                  <a:pt x="6153150" y="51172"/>
                  <a:pt x="6153150" y="114296"/>
                </a:cubicBezTo>
                <a:lnTo>
                  <a:pt x="6153150" y="1114429"/>
                </a:lnTo>
                <a:cubicBezTo>
                  <a:pt x="6153150" y="1177553"/>
                  <a:pt x="6101978" y="1228725"/>
                  <a:pt x="603885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246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89297" y="141387"/>
                </a:moveTo>
                <a:cubicBezTo>
                  <a:pt x="85204" y="141387"/>
                  <a:pt x="81855" y="144735"/>
                  <a:pt x="81855" y="148828"/>
                </a:cubicBezTo>
                <a:lnTo>
                  <a:pt x="81855" y="196453"/>
                </a:lnTo>
                <a:cubicBezTo>
                  <a:pt x="81855" y="200546"/>
                  <a:pt x="85204" y="203895"/>
                  <a:pt x="89297" y="203895"/>
                </a:cubicBezTo>
                <a:cubicBezTo>
                  <a:pt x="93390" y="203895"/>
                  <a:pt x="96738" y="200546"/>
                  <a:pt x="96738" y="196453"/>
                </a:cubicBezTo>
                <a:lnTo>
                  <a:pt x="96738" y="186035"/>
                </a:lnTo>
                <a:lnTo>
                  <a:pt x="101203" y="186035"/>
                </a:lnTo>
                <a:cubicBezTo>
                  <a:pt x="113519" y="186035"/>
                  <a:pt x="123527" y="176026"/>
                  <a:pt x="123527" y="163711"/>
                </a:cubicBezTo>
                <a:cubicBezTo>
                  <a:pt x="123527" y="151395"/>
                  <a:pt x="113519" y="141387"/>
                  <a:pt x="101203" y="141387"/>
                </a:cubicBezTo>
                <a:lnTo>
                  <a:pt x="89297" y="141387"/>
                </a:lnTo>
                <a:close/>
                <a:moveTo>
                  <a:pt x="101203" y="171152"/>
                </a:moveTo>
                <a:lnTo>
                  <a:pt x="96738" y="171152"/>
                </a:lnTo>
                <a:lnTo>
                  <a:pt x="96738" y="156270"/>
                </a:lnTo>
                <a:lnTo>
                  <a:pt x="101203" y="156270"/>
                </a:lnTo>
                <a:cubicBezTo>
                  <a:pt x="105296" y="156270"/>
                  <a:pt x="108645" y="159618"/>
                  <a:pt x="108645" y="163711"/>
                </a:cubicBezTo>
                <a:cubicBezTo>
                  <a:pt x="108645" y="167804"/>
                  <a:pt x="105296" y="171152"/>
                  <a:pt x="101203" y="171152"/>
                </a:cubicBezTo>
                <a:close/>
                <a:moveTo>
                  <a:pt x="136922" y="141387"/>
                </a:moveTo>
                <a:cubicBezTo>
                  <a:pt x="132829" y="141387"/>
                  <a:pt x="129480" y="144735"/>
                  <a:pt x="129480" y="148828"/>
                </a:cubicBezTo>
                <a:lnTo>
                  <a:pt x="129480" y="196453"/>
                </a:ln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lnTo>
                  <a:pt x="168176" y="160734"/>
                </a:lnTo>
                <a:cubicBezTo>
                  <a:pt x="168176" y="150056"/>
                  <a:pt x="159507" y="141387"/>
                  <a:pt x="148828" y="141387"/>
                </a:cubicBezTo>
                <a:lnTo>
                  <a:pt x="136922" y="141387"/>
                </a:lnTo>
                <a:close/>
                <a:moveTo>
                  <a:pt x="144363" y="189012"/>
                </a:moveTo>
                <a:lnTo>
                  <a:pt x="144363" y="156270"/>
                </a:lnTo>
                <a:lnTo>
                  <a:pt x="148828" y="156270"/>
                </a:lnTo>
                <a:cubicBezTo>
                  <a:pt x="151284" y="156270"/>
                  <a:pt x="153293" y="158279"/>
                  <a:pt x="153293" y="160734"/>
                </a:cubicBezTo>
                <a:lnTo>
                  <a:pt x="153293" y="184547"/>
                </a:lnTo>
                <a:cubicBezTo>
                  <a:pt x="153293" y="187003"/>
                  <a:pt x="151284" y="189012"/>
                  <a:pt x="148828" y="189012"/>
                </a:cubicBezTo>
                <a:lnTo>
                  <a:pt x="144363" y="189012"/>
                </a:lnTo>
                <a:close/>
                <a:moveTo>
                  <a:pt x="177105" y="148828"/>
                </a:moveTo>
                <a:lnTo>
                  <a:pt x="177105" y="196453"/>
                </a:lnTo>
                <a:cubicBezTo>
                  <a:pt x="177105" y="200546"/>
                  <a:pt x="180454" y="203895"/>
                  <a:pt x="184547" y="203895"/>
                </a:cubicBezTo>
                <a:cubicBezTo>
                  <a:pt x="188640" y="203895"/>
                  <a:pt x="191988" y="200546"/>
                  <a:pt x="191988" y="196453"/>
                </a:cubicBezTo>
                <a:lnTo>
                  <a:pt x="191988" y="180082"/>
                </a:lnTo>
                <a:lnTo>
                  <a:pt x="202406" y="180082"/>
                </a:lnTo>
                <a:cubicBezTo>
                  <a:pt x="206499" y="180082"/>
                  <a:pt x="209848" y="176733"/>
                  <a:pt x="209848" y="172641"/>
                </a:cubicBezTo>
                <a:cubicBezTo>
                  <a:pt x="209848" y="168548"/>
                  <a:pt x="206499" y="165199"/>
                  <a:pt x="202406" y="165199"/>
                </a:cubicBezTo>
                <a:lnTo>
                  <a:pt x="191988" y="165199"/>
                </a:lnTo>
                <a:lnTo>
                  <a:pt x="191988" y="156270"/>
                </a:lnTo>
                <a:lnTo>
                  <a:pt x="202406" y="156270"/>
                </a:lnTo>
                <a:cubicBezTo>
                  <a:pt x="206499" y="156270"/>
                  <a:pt x="209848" y="152921"/>
                  <a:pt x="209848" y="148828"/>
                </a:cubicBezTo>
                <a:cubicBezTo>
                  <a:pt x="209848" y="144735"/>
                  <a:pt x="206499" y="141387"/>
                  <a:pt x="202406" y="141387"/>
                </a:cubicBezTo>
                <a:lnTo>
                  <a:pt x="184547" y="141387"/>
                </a:lnTo>
                <a:cubicBezTo>
                  <a:pt x="180454" y="141387"/>
                  <a:pt x="177105" y="144735"/>
                  <a:pt x="177105" y="148828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5335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Passive des PDF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876425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étudiants lisent des documents sans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compréhension réelle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Le contenu reste superficiel, sans interaction ni remise en question.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728913"/>
            <a:ext cx="6153150" cy="1228725"/>
          </a:xfrm>
          <a:custGeom>
            <a:avLst/>
            <a:gdLst/>
            <a:ahLst/>
            <a:cxnLst/>
            <a:rect l="l" t="t" r="r" b="b"/>
            <a:pathLst>
              <a:path w="6153150" h="1228725">
                <a:moveTo>
                  <a:pt x="114296" y="0"/>
                </a:moveTo>
                <a:lnTo>
                  <a:pt x="6038854" y="0"/>
                </a:lnTo>
                <a:cubicBezTo>
                  <a:pt x="6101978" y="0"/>
                  <a:pt x="6153150" y="51172"/>
                  <a:pt x="6153150" y="114296"/>
                </a:cubicBezTo>
                <a:lnTo>
                  <a:pt x="6153150" y="1114429"/>
                </a:lnTo>
                <a:cubicBezTo>
                  <a:pt x="6153150" y="1177553"/>
                  <a:pt x="6101978" y="1228725"/>
                  <a:pt x="603885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2924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4375" y="3057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292417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Oubli Rapide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0625" y="3267075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répétition espacée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 test actif, la rétention chute drastiquement. La courbe de l'oubli s'installe rapidement.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119562"/>
            <a:ext cx="6153150" cy="1228725"/>
          </a:xfrm>
          <a:custGeom>
            <a:avLst/>
            <a:gdLst/>
            <a:ahLst/>
            <a:cxnLst/>
            <a:rect l="l" t="t" r="r" b="b"/>
            <a:pathLst>
              <a:path w="6153150" h="1228725">
                <a:moveTo>
                  <a:pt x="114296" y="0"/>
                </a:moveTo>
                <a:lnTo>
                  <a:pt x="6038854" y="0"/>
                </a:lnTo>
                <a:cubicBezTo>
                  <a:pt x="6101978" y="0"/>
                  <a:pt x="6153150" y="51172"/>
                  <a:pt x="6153150" y="114296"/>
                </a:cubicBezTo>
                <a:lnTo>
                  <a:pt x="6153150" y="1114429"/>
                </a:lnTo>
                <a:cubicBezTo>
                  <a:pt x="6153150" y="1177553"/>
                  <a:pt x="6101978" y="1228725"/>
                  <a:pt x="603885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4314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4375" y="4448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90625" y="43148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Lacunes Non Identifiées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0625" y="4657725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étudiants ne savent pas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où sont leurs faiblesses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Sans diagnostic, ils ne peuvent pas cibler leurs révisions efficacement.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75103" y="1338263"/>
            <a:ext cx="5029200" cy="3495675"/>
          </a:xfrm>
          <a:custGeom>
            <a:avLst/>
            <a:gdLst/>
            <a:ahLst/>
            <a:cxnLst/>
            <a:rect l="l" t="t" r="r" b="b"/>
            <a:pathLst>
              <a:path w="5029200" h="3495675">
                <a:moveTo>
                  <a:pt x="114309" y="0"/>
                </a:moveTo>
                <a:lnTo>
                  <a:pt x="4914891" y="0"/>
                </a:lnTo>
                <a:cubicBezTo>
                  <a:pt x="4978022" y="0"/>
                  <a:pt x="5029200" y="51178"/>
                  <a:pt x="5029200" y="114309"/>
                </a:cubicBezTo>
                <a:lnTo>
                  <a:pt x="5029200" y="3381366"/>
                </a:lnTo>
                <a:cubicBezTo>
                  <a:pt x="5029200" y="3444497"/>
                  <a:pt x="4978022" y="3495675"/>
                  <a:pt x="4914891" y="3495675"/>
                </a:cubicBezTo>
                <a:lnTo>
                  <a:pt x="114309" y="3495675"/>
                </a:lnTo>
                <a:cubicBezTo>
                  <a:pt x="51178" y="3495675"/>
                  <a:pt x="0" y="3444497"/>
                  <a:pt x="0" y="338136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4178" y="1581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7189440" y="1533525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sur la Réussite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70365" y="193357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Rétention à 24h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87088" y="1914525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20-30%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70365" y="2238375"/>
            <a:ext cx="4638675" cy="95250"/>
          </a:xfrm>
          <a:custGeom>
            <a:avLst/>
            <a:gdLst/>
            <a:ahLst/>
            <a:cxnLst/>
            <a:rect l="l" t="t" r="r" b="b"/>
            <a:pathLst>
              <a:path w="4638675" h="95250">
                <a:moveTo>
                  <a:pt x="47625" y="0"/>
                </a:moveTo>
                <a:lnTo>
                  <a:pt x="4591050" y="0"/>
                </a:lnTo>
                <a:cubicBezTo>
                  <a:pt x="4617335" y="0"/>
                  <a:pt x="4638675" y="21340"/>
                  <a:pt x="4638675" y="47625"/>
                </a:cubicBezTo>
                <a:lnTo>
                  <a:pt x="4638675" y="47625"/>
                </a:lnTo>
                <a:cubicBezTo>
                  <a:pt x="4638675" y="73910"/>
                  <a:pt x="4617335" y="95250"/>
                  <a:pt x="45910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6" name="Shape 24"/>
          <p:cNvSpPr/>
          <p:nvPr/>
        </p:nvSpPr>
        <p:spPr>
          <a:xfrm>
            <a:off x="6970365" y="2238375"/>
            <a:ext cx="1162050" cy="95250"/>
          </a:xfrm>
          <a:custGeom>
            <a:avLst/>
            <a:gdLst/>
            <a:ahLst/>
            <a:cxnLst/>
            <a:rect l="l" t="t" r="r" b="b"/>
            <a:pathLst>
              <a:path w="1162050" h="95250">
                <a:moveTo>
                  <a:pt x="47625" y="0"/>
                </a:moveTo>
                <a:lnTo>
                  <a:pt x="1114425" y="0"/>
                </a:lnTo>
                <a:cubicBezTo>
                  <a:pt x="1140710" y="0"/>
                  <a:pt x="1162050" y="21340"/>
                  <a:pt x="1162050" y="47625"/>
                </a:cubicBezTo>
                <a:lnTo>
                  <a:pt x="1162050" y="47625"/>
                </a:lnTo>
                <a:cubicBezTo>
                  <a:pt x="1162050" y="73910"/>
                  <a:pt x="1140710" y="95250"/>
                  <a:pt x="11144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/>
              </a:gs>
              <a:gs pos="100000">
                <a:srgbClr val="FF8F00"/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6970365" y="30861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actif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53775" y="3067050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70365" y="3390900"/>
            <a:ext cx="4638675" cy="95250"/>
          </a:xfrm>
          <a:custGeom>
            <a:avLst/>
            <a:gdLst/>
            <a:ahLst/>
            <a:cxnLst/>
            <a:rect l="l" t="t" r="r" b="b"/>
            <a:pathLst>
              <a:path w="4638675" h="95250">
                <a:moveTo>
                  <a:pt x="47625" y="0"/>
                </a:moveTo>
                <a:lnTo>
                  <a:pt x="4591050" y="0"/>
                </a:lnTo>
                <a:cubicBezTo>
                  <a:pt x="4617335" y="0"/>
                  <a:pt x="4638675" y="21340"/>
                  <a:pt x="4638675" y="47625"/>
                </a:cubicBezTo>
                <a:lnTo>
                  <a:pt x="4638675" y="47625"/>
                </a:lnTo>
                <a:cubicBezTo>
                  <a:pt x="4638675" y="73910"/>
                  <a:pt x="4617335" y="95250"/>
                  <a:pt x="45910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70365" y="3390900"/>
            <a:ext cx="1390650" cy="95250"/>
          </a:xfrm>
          <a:custGeom>
            <a:avLst/>
            <a:gdLst/>
            <a:ahLst/>
            <a:cxnLst/>
            <a:rect l="l" t="t" r="r" b="b"/>
            <a:pathLst>
              <a:path w="1390650" h="95250">
                <a:moveTo>
                  <a:pt x="47625" y="0"/>
                </a:moveTo>
                <a:lnTo>
                  <a:pt x="1343025" y="0"/>
                </a:lnTo>
                <a:cubicBezTo>
                  <a:pt x="1369310" y="0"/>
                  <a:pt x="1390650" y="21340"/>
                  <a:pt x="1390650" y="47625"/>
                </a:cubicBezTo>
                <a:lnTo>
                  <a:pt x="1390650" y="47625"/>
                </a:lnTo>
                <a:cubicBezTo>
                  <a:pt x="1390650" y="73910"/>
                  <a:pt x="1369310" y="95250"/>
                  <a:pt x="134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/>
              </a:gs>
              <a:gs pos="100000">
                <a:srgbClr val="3949AB"/>
              </a:gs>
            </a:gsLst>
            <a:lin ang="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6970365" y="423862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Auto-évaluation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82300" y="4219575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Inexistante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70365" y="4543425"/>
            <a:ext cx="4638675" cy="95250"/>
          </a:xfrm>
          <a:custGeom>
            <a:avLst/>
            <a:gdLst/>
            <a:ahLst/>
            <a:cxnLst/>
            <a:rect l="l" t="t" r="r" b="b"/>
            <a:pathLst>
              <a:path w="4638675" h="95250">
                <a:moveTo>
                  <a:pt x="47625" y="0"/>
                </a:moveTo>
                <a:lnTo>
                  <a:pt x="4591050" y="0"/>
                </a:lnTo>
                <a:cubicBezTo>
                  <a:pt x="4617335" y="0"/>
                  <a:pt x="4638675" y="21340"/>
                  <a:pt x="4638675" y="47625"/>
                </a:cubicBezTo>
                <a:lnTo>
                  <a:pt x="4638675" y="47625"/>
                </a:lnTo>
                <a:cubicBezTo>
                  <a:pt x="4638675" y="73910"/>
                  <a:pt x="4617335" y="95250"/>
                  <a:pt x="459105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4" name="Shape 32"/>
          <p:cNvSpPr/>
          <p:nvPr/>
        </p:nvSpPr>
        <p:spPr>
          <a:xfrm>
            <a:off x="6970365" y="4543425"/>
            <a:ext cx="466725" cy="95250"/>
          </a:xfrm>
          <a:custGeom>
            <a:avLst/>
            <a:gdLst/>
            <a:ahLst/>
            <a:cxnLst/>
            <a:rect l="l" t="t" r="r" b="b"/>
            <a:pathLst>
              <a:path w="466725" h="95250">
                <a:moveTo>
                  <a:pt x="47625" y="0"/>
                </a:moveTo>
                <a:lnTo>
                  <a:pt x="419100" y="0"/>
                </a:lnTo>
                <a:cubicBezTo>
                  <a:pt x="445385" y="0"/>
                  <a:pt x="466725" y="21340"/>
                  <a:pt x="466725" y="47625"/>
                </a:cubicBezTo>
                <a:lnTo>
                  <a:pt x="466725" y="47625"/>
                </a:lnTo>
                <a:cubicBezTo>
                  <a:pt x="466725" y="73910"/>
                  <a:pt x="445385" y="95250"/>
                  <a:pt x="4191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00897B"/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775103" y="4995863"/>
            <a:ext cx="5029200" cy="1476375"/>
          </a:xfrm>
          <a:custGeom>
            <a:avLst/>
            <a:gdLst/>
            <a:ahLst/>
            <a:cxnLst/>
            <a:rect l="l" t="t" r="r" b="b"/>
            <a:pathLst>
              <a:path w="5029200" h="1476375">
                <a:moveTo>
                  <a:pt x="114301" y="0"/>
                </a:moveTo>
                <a:lnTo>
                  <a:pt x="4914899" y="0"/>
                </a:lnTo>
                <a:cubicBezTo>
                  <a:pt x="4978026" y="0"/>
                  <a:pt x="5029200" y="51174"/>
                  <a:pt x="5029200" y="114301"/>
                </a:cubicBezTo>
                <a:lnTo>
                  <a:pt x="5029200" y="1362074"/>
                </a:lnTo>
                <a:cubicBezTo>
                  <a:pt x="5029200" y="1425201"/>
                  <a:pt x="4978026" y="1476375"/>
                  <a:pt x="4914899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4178" y="522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7" name="Text 35"/>
          <p:cNvSpPr/>
          <p:nvPr/>
        </p:nvSpPr>
        <p:spPr>
          <a:xfrm>
            <a:off x="7322790" y="51911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Conséquence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0365" y="5534025"/>
            <a:ext cx="47148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Ces trois problèmes créent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vicieux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mauvaise compréhension → faible rétention → lacunes accumulées → baisse de motivation.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StudyBuddy : Un Tuteur IA Complet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11420475" cy="962025"/>
          </a:xfrm>
          <a:custGeom>
            <a:avLst/>
            <a:gdLst/>
            <a:ahLst/>
            <a:cxnLst/>
            <a:rect l="l" t="t" r="r" b="b"/>
            <a:pathLst>
              <a:path w="11420475" h="962025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847727"/>
                </a:lnTo>
                <a:cubicBezTo>
                  <a:pt x="11420475" y="910852"/>
                  <a:pt x="11369302" y="962025"/>
                  <a:pt x="113061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52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62000" y="17049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1533525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 un professeur particulier + assistant mémoire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1876425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 lit tous tes cours, répond à tes questions, et te teste automatiquement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462213"/>
            <a:ext cx="3695700" cy="3038475"/>
          </a:xfrm>
          <a:custGeom>
            <a:avLst/>
            <a:gdLst/>
            <a:ahLst/>
            <a:cxnLst/>
            <a:rect l="l" t="t" r="r" b="b"/>
            <a:pathLst>
              <a:path w="3695700" h="3038475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924168"/>
                </a:lnTo>
                <a:cubicBezTo>
                  <a:pt x="3695700" y="2987298"/>
                  <a:pt x="3644523" y="3038475"/>
                  <a:pt x="3581393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2657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2469" y="2790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581025" y="3267075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Explique les Cours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1025" y="3648075"/>
            <a:ext cx="3381375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Réponses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personnalisées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basées sur tes documents. Pas de généralités, uniquement du contenu pertinent.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49577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0075" y="5143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823913" y="5114925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Compréhension contextuelle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2462213"/>
            <a:ext cx="3695700" cy="3038475"/>
          </a:xfrm>
          <a:custGeom>
            <a:avLst/>
            <a:gdLst/>
            <a:ahLst/>
            <a:cxnLst/>
            <a:rect l="l" t="t" r="r" b="b"/>
            <a:pathLst>
              <a:path w="3695700" h="3038475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924168"/>
                </a:lnTo>
                <a:cubicBezTo>
                  <a:pt x="3695700" y="2987298"/>
                  <a:pt x="3644523" y="3038475"/>
                  <a:pt x="3581393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1775" y="2657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10844" y="279082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3812" y="59531"/>
                </a:moveTo>
                <a:cubicBezTo>
                  <a:pt x="23812" y="39812"/>
                  <a:pt x="39812" y="23812"/>
                  <a:pt x="59531" y="23812"/>
                </a:cubicBezTo>
                <a:cubicBezTo>
                  <a:pt x="79251" y="23812"/>
                  <a:pt x="95250" y="39812"/>
                  <a:pt x="95250" y="59531"/>
                </a:cubicBezTo>
                <a:cubicBezTo>
                  <a:pt x="95250" y="75419"/>
                  <a:pt x="84869" y="88888"/>
                  <a:pt x="70507" y="93538"/>
                </a:cubicBezTo>
                <a:cubicBezTo>
                  <a:pt x="59941" y="96962"/>
                  <a:pt x="47625" y="106673"/>
                  <a:pt x="47625" y="122039"/>
                </a:cubicBezTo>
                <a:lnTo>
                  <a:pt x="47625" y="130969"/>
                </a:lnTo>
                <a:cubicBezTo>
                  <a:pt x="47625" y="137554"/>
                  <a:pt x="52946" y="142875"/>
                  <a:pt x="59531" y="142875"/>
                </a:cubicBezTo>
                <a:cubicBezTo>
                  <a:pt x="66117" y="142875"/>
                  <a:pt x="71438" y="137554"/>
                  <a:pt x="71438" y="130969"/>
                </a:cubicBezTo>
                <a:lnTo>
                  <a:pt x="71438" y="122039"/>
                </a:lnTo>
                <a:cubicBezTo>
                  <a:pt x="71438" y="121407"/>
                  <a:pt x="71661" y="120514"/>
                  <a:pt x="72740" y="119323"/>
                </a:cubicBezTo>
                <a:cubicBezTo>
                  <a:pt x="73856" y="118095"/>
                  <a:pt x="75679" y="116904"/>
                  <a:pt x="77837" y="116198"/>
                </a:cubicBezTo>
                <a:cubicBezTo>
                  <a:pt x="101761" y="108496"/>
                  <a:pt x="119063" y="86060"/>
                  <a:pt x="119063" y="59531"/>
                </a:cubicBezTo>
                <a:cubicBezTo>
                  <a:pt x="119063" y="26640"/>
                  <a:pt x="92422" y="0"/>
                  <a:pt x="59531" y="0"/>
                </a:cubicBezTo>
                <a:cubicBezTo>
                  <a:pt x="26640" y="0"/>
                  <a:pt x="0" y="26640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cubicBezTo>
                  <a:pt x="18492" y="71438"/>
                  <a:pt x="23812" y="66117"/>
                  <a:pt x="23812" y="59531"/>
                </a:cubicBezTo>
                <a:close/>
                <a:moveTo>
                  <a:pt x="59531" y="190500"/>
                </a:moveTo>
                <a:cubicBezTo>
                  <a:pt x="67754" y="190500"/>
                  <a:pt x="74414" y="183840"/>
                  <a:pt x="74414" y="175617"/>
                </a:cubicBezTo>
                <a:cubicBezTo>
                  <a:pt x="74414" y="167394"/>
                  <a:pt x="67754" y="160734"/>
                  <a:pt x="59531" y="160734"/>
                </a:cubicBezTo>
                <a:cubicBezTo>
                  <a:pt x="51308" y="160734"/>
                  <a:pt x="44648" y="167394"/>
                  <a:pt x="44648" y="175617"/>
                </a:cubicBezTo>
                <a:cubicBezTo>
                  <a:pt x="44648" y="183840"/>
                  <a:pt x="51308" y="190500"/>
                  <a:pt x="59531" y="190500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1" name="Text 19"/>
          <p:cNvSpPr/>
          <p:nvPr/>
        </p:nvSpPr>
        <p:spPr>
          <a:xfrm>
            <a:off x="4441775" y="3267075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 des Questions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1775" y="3648075"/>
            <a:ext cx="3381375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6BC0"/>
                </a:solidFill>
                <a:highlight>
                  <a:srgbClr val="5C6BC0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adaptatifs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générés automatiquement. Chaque question cible tes points faibles spécifiques.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1775" y="49577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60825" y="5143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5" name="Text 23"/>
          <p:cNvSpPr/>
          <p:nvPr/>
        </p:nvSpPr>
        <p:spPr>
          <a:xfrm>
            <a:off x="4684663" y="511492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actif de la mémoire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7338" y="2462213"/>
            <a:ext cx="3695700" cy="3038475"/>
          </a:xfrm>
          <a:custGeom>
            <a:avLst/>
            <a:gdLst/>
            <a:ahLst/>
            <a:cxnLst/>
            <a:rect l="l" t="t" r="r" b="b"/>
            <a:pathLst>
              <a:path w="3695700" h="3038475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924168"/>
                </a:lnTo>
                <a:cubicBezTo>
                  <a:pt x="3695700" y="2987298"/>
                  <a:pt x="3644523" y="3038475"/>
                  <a:pt x="3581393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600" y="2657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35950" y="2790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600" y="3267075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Détecte les Lacunes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2600" y="3648075"/>
            <a:ext cx="3381375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Analyse intelligente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 erreurs pour identifier précisément où tu as besoin de réviser.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02600" y="49577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21650" y="5143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3" name="Text 31"/>
          <p:cNvSpPr/>
          <p:nvPr/>
        </p:nvSpPr>
        <p:spPr>
          <a:xfrm>
            <a:off x="8545488" y="51149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Révisions ciblées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662613"/>
            <a:ext cx="11420475" cy="809625"/>
          </a:xfrm>
          <a:custGeom>
            <a:avLst/>
            <a:gdLst/>
            <a:ahLst/>
            <a:cxnLst/>
            <a:rect l="l" t="t" r="r" b="b"/>
            <a:pathLst>
              <a:path w="11420475" h="8096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695322"/>
                </a:lnTo>
                <a:cubicBezTo>
                  <a:pt x="11420475" y="758408"/>
                  <a:pt x="11369258" y="809625"/>
                  <a:pt x="11306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5098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738" y="5972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" y="59340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final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53513" y="5819775"/>
            <a:ext cx="69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77325" y="61245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Rétention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58375" y="5819775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882188" y="612457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34688" y="581977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58500" y="612457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Personnalisé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3 Piliers de StudyBuddy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90525" y="1343025"/>
            <a:ext cx="3686175" cy="4381500"/>
          </a:xfrm>
          <a:custGeom>
            <a:avLst/>
            <a:gdLst/>
            <a:ahLst/>
            <a:cxnLst/>
            <a:rect l="l" t="t" r="r" b="b"/>
            <a:pathLst>
              <a:path w="3686175" h="43815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267192"/>
                </a:lnTo>
                <a:cubicBezTo>
                  <a:pt x="3686175" y="4330322"/>
                  <a:pt x="3634997" y="4381500"/>
                  <a:pt x="3571867" y="4381500"/>
                </a:cubicBezTo>
                <a:lnTo>
                  <a:pt x="114308" y="4381500"/>
                </a:lnTo>
                <a:cubicBezTo>
                  <a:pt x="51178" y="4381500"/>
                  <a:pt x="0" y="4330322"/>
                  <a:pt x="0" y="42671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550" y="154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00897B"/>
              </a:gs>
            </a:gsLst>
            <a:lin ang="27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812006" y="165735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8250" y="15811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Compréhension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8250" y="1847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 contenu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5313" y="2233613"/>
            <a:ext cx="3276600" cy="733425"/>
          </a:xfrm>
          <a:custGeom>
            <a:avLst/>
            <a:gdLst/>
            <a:ahLst/>
            <a:cxnLst/>
            <a:rect l="l" t="t" r="r" b="b"/>
            <a:pathLst>
              <a:path w="3276600" h="733425">
                <a:moveTo>
                  <a:pt x="76203" y="0"/>
                </a:moveTo>
                <a:lnTo>
                  <a:pt x="3200397" y="0"/>
                </a:lnTo>
                <a:cubicBezTo>
                  <a:pt x="3242455" y="0"/>
                  <a:pt x="3276600" y="34145"/>
                  <a:pt x="3276600" y="76203"/>
                </a:cubicBezTo>
                <a:lnTo>
                  <a:pt x="3276600" y="657222"/>
                </a:lnTo>
                <a:cubicBezTo>
                  <a:pt x="3276600" y="699280"/>
                  <a:pt x="3242455" y="733425"/>
                  <a:pt x="32003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2475" y="23907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" y="235267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course_parser.py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4375" y="265747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 intelligente du texte depuis PDF/DOCX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5313" y="3090863"/>
            <a:ext cx="3276600" cy="923925"/>
          </a:xfrm>
          <a:custGeom>
            <a:avLst/>
            <a:gdLst/>
            <a:ahLst/>
            <a:cxnLst/>
            <a:rect l="l" t="t" r="r" b="b"/>
            <a:pathLst>
              <a:path w="3276600" h="923925">
                <a:moveTo>
                  <a:pt x="76196" y="0"/>
                </a:moveTo>
                <a:lnTo>
                  <a:pt x="3200404" y="0"/>
                </a:lnTo>
                <a:cubicBezTo>
                  <a:pt x="3242486" y="0"/>
                  <a:pt x="3276600" y="34114"/>
                  <a:pt x="3276600" y="76196"/>
                </a:cubicBezTo>
                <a:lnTo>
                  <a:pt x="3276600" y="847729"/>
                </a:lnTo>
                <a:cubicBezTo>
                  <a:pt x="3276600" y="889811"/>
                  <a:pt x="3242486" y="923925"/>
                  <a:pt x="32004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42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" y="3209925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375" y="3514725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Découpage en segments sémantiquement cohérents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550" y="4986338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51681" y="51673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785813" y="51435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 documents brut en données structurées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275" y="1343025"/>
            <a:ext cx="3686175" cy="4381500"/>
          </a:xfrm>
          <a:custGeom>
            <a:avLst/>
            <a:gdLst/>
            <a:ahLst/>
            <a:cxnLst/>
            <a:rect l="l" t="t" r="r" b="b"/>
            <a:pathLst>
              <a:path w="3686175" h="43815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267192"/>
                </a:lnTo>
                <a:cubicBezTo>
                  <a:pt x="3686175" y="4330322"/>
                  <a:pt x="3634997" y="4381500"/>
                  <a:pt x="3571867" y="4381500"/>
                </a:cubicBezTo>
                <a:lnTo>
                  <a:pt x="114308" y="4381500"/>
                </a:lnTo>
                <a:cubicBezTo>
                  <a:pt x="51178" y="4381500"/>
                  <a:pt x="0" y="4330322"/>
                  <a:pt x="0" y="42671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5C6BC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1300" y="154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/>
              </a:gs>
              <a:gs pos="100000">
                <a:srgbClr val="3949AB"/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4651325" y="1657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99000" y="15811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Mémoire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99000" y="18478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intelligente (RAG)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6063" y="2233613"/>
            <a:ext cx="3276600" cy="733425"/>
          </a:xfrm>
          <a:custGeom>
            <a:avLst/>
            <a:gdLst/>
            <a:ahLst/>
            <a:cxnLst/>
            <a:rect l="l" t="t" r="r" b="b"/>
            <a:pathLst>
              <a:path w="3276600" h="733425">
                <a:moveTo>
                  <a:pt x="76203" y="0"/>
                </a:moveTo>
                <a:lnTo>
                  <a:pt x="3200397" y="0"/>
                </a:lnTo>
                <a:cubicBezTo>
                  <a:pt x="3242455" y="0"/>
                  <a:pt x="3276600" y="34145"/>
                  <a:pt x="3276600" y="76203"/>
                </a:cubicBezTo>
                <a:lnTo>
                  <a:pt x="3276600" y="657222"/>
                </a:lnTo>
                <a:cubicBezTo>
                  <a:pt x="3276600" y="699280"/>
                  <a:pt x="3242455" y="733425"/>
                  <a:pt x="32003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3700" y="2390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1825" y="235267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vector_store.py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5125" y="265747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vectoriel avec ChromaDB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6063" y="3090863"/>
            <a:ext cx="3276600" cy="733425"/>
          </a:xfrm>
          <a:custGeom>
            <a:avLst/>
            <a:gdLst/>
            <a:ahLst/>
            <a:cxnLst/>
            <a:rect l="l" t="t" r="r" b="b"/>
            <a:pathLst>
              <a:path w="3276600" h="733425">
                <a:moveTo>
                  <a:pt x="76203" y="0"/>
                </a:moveTo>
                <a:lnTo>
                  <a:pt x="3200397" y="0"/>
                </a:lnTo>
                <a:cubicBezTo>
                  <a:pt x="3242455" y="0"/>
                  <a:pt x="3276600" y="34145"/>
                  <a:pt x="3276600" y="76203"/>
                </a:cubicBezTo>
                <a:lnTo>
                  <a:pt x="3276600" y="657222"/>
                </a:lnTo>
                <a:cubicBezTo>
                  <a:pt x="3276600" y="699280"/>
                  <a:pt x="3242455" y="733425"/>
                  <a:pt x="32003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417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1825" y="3209925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5125" y="351472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Vectorisation sémantique du contenu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51300" y="5176838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C6BC0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60069" y="53578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36" name="Text 34"/>
          <p:cNvSpPr/>
          <p:nvPr/>
        </p:nvSpPr>
        <p:spPr>
          <a:xfrm>
            <a:off x="4646563" y="53340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sémantique ultra-rapide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2100" y="1343025"/>
            <a:ext cx="3686175" cy="4381500"/>
          </a:xfrm>
          <a:custGeom>
            <a:avLst/>
            <a:gdLst/>
            <a:ahLst/>
            <a:cxnLst/>
            <a:rect l="l" t="t" r="r" b="b"/>
            <a:pathLst>
              <a:path w="3686175" h="43815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267192"/>
                </a:lnTo>
                <a:cubicBezTo>
                  <a:pt x="3686175" y="4330322"/>
                  <a:pt x="3634997" y="4381500"/>
                  <a:pt x="3571867" y="4381500"/>
                </a:cubicBezTo>
                <a:lnTo>
                  <a:pt x="114308" y="4381500"/>
                </a:lnTo>
                <a:cubicBezTo>
                  <a:pt x="51178" y="4381500"/>
                  <a:pt x="0" y="4330322"/>
                  <a:pt x="0" y="42671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12125" y="154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/>
              </a:gs>
              <a:gs pos="100000">
                <a:srgbClr val="FF8F00"/>
              </a:gs>
            </a:gsLst>
            <a:lin ang="270000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8512150" y="16573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59825" y="158115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59825" y="184785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6888" y="2233613"/>
            <a:ext cx="3276600" cy="733425"/>
          </a:xfrm>
          <a:custGeom>
            <a:avLst/>
            <a:gdLst/>
            <a:ahLst/>
            <a:cxnLst/>
            <a:rect l="l" t="t" r="r" b="b"/>
            <a:pathLst>
              <a:path w="3276600" h="733425">
                <a:moveTo>
                  <a:pt x="76203" y="0"/>
                </a:moveTo>
                <a:lnTo>
                  <a:pt x="3200397" y="0"/>
                </a:lnTo>
                <a:cubicBezTo>
                  <a:pt x="3242455" y="0"/>
                  <a:pt x="3276600" y="34145"/>
                  <a:pt x="3276600" y="76203"/>
                </a:cubicBezTo>
                <a:lnTo>
                  <a:pt x="3276600" y="657222"/>
                </a:lnTo>
                <a:cubicBezTo>
                  <a:pt x="3276600" y="699280"/>
                  <a:pt x="3242455" y="733425"/>
                  <a:pt x="32003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35950" y="23907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4" name="Text 42"/>
          <p:cNvSpPr/>
          <p:nvPr/>
        </p:nvSpPr>
        <p:spPr>
          <a:xfrm>
            <a:off x="8702650" y="235267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ai_tutor.py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35950" y="265747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IA avec contexte personnalisé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16888" y="3090863"/>
            <a:ext cx="3276600" cy="733425"/>
          </a:xfrm>
          <a:custGeom>
            <a:avLst/>
            <a:gdLst/>
            <a:ahLst/>
            <a:cxnLst/>
            <a:rect l="l" t="t" r="r" b="b"/>
            <a:pathLst>
              <a:path w="3276600" h="733425">
                <a:moveTo>
                  <a:pt x="76203" y="0"/>
                </a:moveTo>
                <a:lnTo>
                  <a:pt x="3200397" y="0"/>
                </a:lnTo>
                <a:cubicBezTo>
                  <a:pt x="3242455" y="0"/>
                  <a:pt x="3276600" y="34145"/>
                  <a:pt x="3276600" y="76203"/>
                </a:cubicBezTo>
                <a:lnTo>
                  <a:pt x="3276600" y="657222"/>
                </a:lnTo>
                <a:cubicBezTo>
                  <a:pt x="3276600" y="699280"/>
                  <a:pt x="3242455" y="733425"/>
                  <a:pt x="32003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74050" y="32480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8" name="Text 46"/>
          <p:cNvSpPr/>
          <p:nvPr/>
        </p:nvSpPr>
        <p:spPr>
          <a:xfrm>
            <a:off x="8702650" y="320992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 &amp; Analyse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35950" y="3514725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 et détection des lacunes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12125" y="5176838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99463" y="53578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2" name="Text 50"/>
          <p:cNvSpPr/>
          <p:nvPr/>
        </p:nvSpPr>
        <p:spPr>
          <a:xfrm>
            <a:off x="8507388" y="53340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conversationnelle intuitive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5763" y="589121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466726"/>
                </a:lnTo>
                <a:cubicBezTo>
                  <a:pt x="11420475" y="529851"/>
                  <a:pt x="11369301" y="581025"/>
                  <a:pt x="11306176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C6BC0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12700">
            <a:solidFill>
              <a:srgbClr val="E0E0E0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0463" y="60674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57150"/>
                </a:move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4288" y="57150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8" y="142875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048125" y="60483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 = Comprendre + Stocker + Interagir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91513" y="60674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57150"/>
                </a:move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4288" y="57150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8" y="142875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Algorithmique Complet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6915150" cy="5133975"/>
          </a:xfrm>
          <a:custGeom>
            <a:avLst/>
            <a:gdLst/>
            <a:ahLst/>
            <a:cxnLst/>
            <a:rect l="l" t="t" r="r" b="b"/>
            <a:pathLst>
              <a:path w="6915150" h="5133975">
                <a:moveTo>
                  <a:pt x="114282" y="0"/>
                </a:moveTo>
                <a:lnTo>
                  <a:pt x="6800868" y="0"/>
                </a:lnTo>
                <a:cubicBezTo>
                  <a:pt x="6863984" y="0"/>
                  <a:pt x="6915150" y="51166"/>
                  <a:pt x="6915150" y="114282"/>
                </a:cubicBezTo>
                <a:lnTo>
                  <a:pt x="6915150" y="5019693"/>
                </a:lnTo>
                <a:cubicBezTo>
                  <a:pt x="6915150" y="5082809"/>
                  <a:pt x="6863984" y="5133975"/>
                  <a:pt x="6800868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43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657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32534"/>
                </a:moveTo>
                <a:lnTo>
                  <a:pt x="76200" y="95250"/>
                </a:lnTo>
                <a:cubicBezTo>
                  <a:pt x="76200" y="100519"/>
                  <a:pt x="71944" y="104775"/>
                  <a:pt x="66675" y="104775"/>
                </a:cubicBezTo>
                <a:cubicBezTo>
                  <a:pt x="61406" y="104775"/>
                  <a:pt x="57150" y="100519"/>
                  <a:pt x="57150" y="95250"/>
                </a:cubicBezTo>
                <a:lnTo>
                  <a:pt x="57150" y="32534"/>
                </a:lnTo>
                <a:lnTo>
                  <a:pt x="44827" y="44857"/>
                </a:lnTo>
                <a:cubicBezTo>
                  <a:pt x="41106" y="48578"/>
                  <a:pt x="35064" y="48578"/>
                  <a:pt x="31343" y="44857"/>
                </a:cubicBezTo>
                <a:cubicBezTo>
                  <a:pt x="27622" y="41136"/>
                  <a:pt x="27622" y="35094"/>
                  <a:pt x="31343" y="31373"/>
                </a:cubicBezTo>
                <a:lnTo>
                  <a:pt x="59918" y="2798"/>
                </a:lnTo>
                <a:cubicBezTo>
                  <a:pt x="63639" y="-923"/>
                  <a:pt x="69681" y="-923"/>
                  <a:pt x="73402" y="2798"/>
                </a:cubicBezTo>
                <a:lnTo>
                  <a:pt x="101977" y="31373"/>
                </a:lnTo>
                <a:cubicBezTo>
                  <a:pt x="105698" y="35094"/>
                  <a:pt x="105698" y="41136"/>
                  <a:pt x="101977" y="44857"/>
                </a:cubicBezTo>
                <a:cubicBezTo>
                  <a:pt x="98256" y="48578"/>
                  <a:pt x="92214" y="48578"/>
                  <a:pt x="88493" y="44857"/>
                </a:cubicBezTo>
                <a:lnTo>
                  <a:pt x="76200" y="32534"/>
                </a:lnTo>
                <a:close/>
                <a:moveTo>
                  <a:pt x="66675" y="119062"/>
                </a:moveTo>
                <a:cubicBezTo>
                  <a:pt x="79831" y="119062"/>
                  <a:pt x="90488" y="108406"/>
                  <a:pt x="90488" y="95250"/>
                </a:cubicBezTo>
                <a:lnTo>
                  <a:pt x="114300" y="95250"/>
                </a:lnTo>
                <a:cubicBezTo>
                  <a:pt x="124807" y="95250"/>
                  <a:pt x="133350" y="103793"/>
                  <a:pt x="133350" y="1143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114300"/>
                </a:lnTo>
                <a:cubicBezTo>
                  <a:pt x="0" y="103793"/>
                  <a:pt x="8543" y="95250"/>
                  <a:pt x="19050" y="95250"/>
                </a:cubicBezTo>
                <a:lnTo>
                  <a:pt x="42863" y="95250"/>
                </a:lnTo>
                <a:cubicBezTo>
                  <a:pt x="42863" y="108406"/>
                  <a:pt x="53519" y="119062"/>
                  <a:pt x="66675" y="119062"/>
                </a:cubicBezTo>
                <a:close/>
                <a:moveTo>
                  <a:pt x="109537" y="126206"/>
                </a:moveTo>
                <a:cubicBezTo>
                  <a:pt x="113480" y="126206"/>
                  <a:pt x="116681" y="123005"/>
                  <a:pt x="116681" y="119062"/>
                </a:cubicBezTo>
                <a:cubicBezTo>
                  <a:pt x="116681" y="115120"/>
                  <a:pt x="113480" y="111919"/>
                  <a:pt x="109537" y="111919"/>
                </a:cubicBezTo>
                <a:cubicBezTo>
                  <a:pt x="105595" y="111919"/>
                  <a:pt x="102394" y="115120"/>
                  <a:pt x="102394" y="119062"/>
                </a:cubicBezTo>
                <a:cubicBezTo>
                  <a:pt x="102394" y="123005"/>
                  <a:pt x="105595" y="126206"/>
                  <a:pt x="109537" y="1262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1081088" y="1538288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0150" y="1624013"/>
            <a:ext cx="8715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PDF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82392" y="200821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4DB6A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1025" y="2263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4375" y="2378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1088" y="2258988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" y="2344713"/>
            <a:ext cx="11382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 texte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82392" y="272891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4DB6AC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81025" y="2984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5325" y="3098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1088" y="2979762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0150" y="3065487"/>
            <a:ext cx="7286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82392" y="344961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5C6BC0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81025" y="3705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5325" y="3819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1088" y="3700463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0150" y="3786188"/>
            <a:ext cx="194786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 (vectorisation)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82392" y="417038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5C6BC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1025" y="442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04850" y="454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1088" y="4421163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0150" y="4506888"/>
            <a:ext cx="147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ChromaDB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82392" y="489108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FFD54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81025" y="5146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5325" y="5261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1088" y="5141937"/>
            <a:ext cx="6019800" cy="390525"/>
          </a:xfrm>
          <a:custGeom>
            <a:avLst/>
            <a:gdLst/>
            <a:ahLst/>
            <a:cxnLst/>
            <a:rect l="l" t="t" r="r" b="b"/>
            <a:pathLst>
              <a:path w="6019800" h="390525">
                <a:moveTo>
                  <a:pt x="76199" y="0"/>
                </a:moveTo>
                <a:lnTo>
                  <a:pt x="5943601" y="0"/>
                </a:lnTo>
                <a:cubicBezTo>
                  <a:pt x="5985684" y="0"/>
                  <a:pt x="6019800" y="34116"/>
                  <a:pt x="6019800" y="76199"/>
                </a:cubicBezTo>
                <a:lnTo>
                  <a:pt x="6019800" y="314326"/>
                </a:lnTo>
                <a:cubicBezTo>
                  <a:pt x="6019800" y="356409"/>
                  <a:pt x="5985684" y="390525"/>
                  <a:pt x="59436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0150" y="5227662"/>
            <a:ext cx="2038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chunks pertinents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82392" y="561178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FFD54F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1025" y="5876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6275" y="59912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5850" y="5867400"/>
            <a:ext cx="6010275" cy="400050"/>
          </a:xfrm>
          <a:custGeom>
            <a:avLst/>
            <a:gdLst/>
            <a:ahLst/>
            <a:cxnLst/>
            <a:rect l="l" t="t" r="r" b="b"/>
            <a:pathLst>
              <a:path w="6010275" h="400050">
                <a:moveTo>
                  <a:pt x="76202" y="0"/>
                </a:moveTo>
                <a:lnTo>
                  <a:pt x="5934073" y="0"/>
                </a:lnTo>
                <a:cubicBezTo>
                  <a:pt x="5976158" y="0"/>
                  <a:pt x="6010275" y="34117"/>
                  <a:pt x="6010275" y="76202"/>
                </a:cubicBezTo>
                <a:lnTo>
                  <a:pt x="6010275" y="323848"/>
                </a:lnTo>
                <a:cubicBezTo>
                  <a:pt x="6010275" y="365933"/>
                  <a:pt x="5976158" y="400050"/>
                  <a:pt x="5934073" y="400050"/>
                </a:cubicBezTo>
                <a:lnTo>
                  <a:pt x="76202" y="400050"/>
                </a:lnTo>
                <a:cubicBezTo>
                  <a:pt x="34145" y="400050"/>
                  <a:pt x="0" y="365905"/>
                  <a:pt x="0" y="3238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4DB6AC">
                  <a:alpha val="20000"/>
                </a:srgbClr>
              </a:gs>
            </a:gsLst>
            <a:lin ang="0" scaled="1"/>
          </a:gradFill>
          <a:ln w="25400">
            <a:solidFill>
              <a:srgbClr val="FFD54F">
                <a:alpha val="5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9675" y="5957888"/>
            <a:ext cx="1962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Réponse IA + Quiz + Analyse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64772" y="1338263"/>
            <a:ext cx="4343400" cy="3457575"/>
          </a:xfrm>
          <a:custGeom>
            <a:avLst/>
            <a:gdLst/>
            <a:ahLst/>
            <a:cxnLst/>
            <a:rect l="l" t="t" r="r" b="b"/>
            <a:pathLst>
              <a:path w="4343400" h="3457575">
                <a:moveTo>
                  <a:pt x="114307" y="0"/>
                </a:moveTo>
                <a:lnTo>
                  <a:pt x="4229093" y="0"/>
                </a:lnTo>
                <a:cubicBezTo>
                  <a:pt x="4292223" y="0"/>
                  <a:pt x="4343400" y="51177"/>
                  <a:pt x="4343400" y="114307"/>
                </a:cubicBezTo>
                <a:lnTo>
                  <a:pt x="4343400" y="3343268"/>
                </a:lnTo>
                <a:cubicBezTo>
                  <a:pt x="4343400" y="3406398"/>
                  <a:pt x="4292223" y="3457575"/>
                  <a:pt x="4229093" y="3457575"/>
                </a:cubicBezTo>
                <a:lnTo>
                  <a:pt x="114307" y="3457575"/>
                </a:lnTo>
                <a:cubicBezTo>
                  <a:pt x="51177" y="3457575"/>
                  <a:pt x="0" y="3406398"/>
                  <a:pt x="0" y="3343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2416" y="15811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7879110" y="153352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Étapes Clés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60035" y="1933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86241" y="199072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79135" y="1914525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79135" y="214312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 + chunking une fois par document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60035" y="2466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74335" y="25241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79135" y="24479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Vectorisation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79135" y="2676525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en embeddings stockés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60035" y="3000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71954" y="3057525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79135" y="29813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79135" y="3209925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sémantique + génération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64772" y="4957763"/>
            <a:ext cx="4343400" cy="1514475"/>
          </a:xfrm>
          <a:custGeom>
            <a:avLst/>
            <a:gdLst/>
            <a:ahLst/>
            <a:cxnLst/>
            <a:rect l="l" t="t" r="r" b="b"/>
            <a:pathLst>
              <a:path w="4343400" h="1514475">
                <a:moveTo>
                  <a:pt x="114297" y="0"/>
                </a:moveTo>
                <a:lnTo>
                  <a:pt x="4229103" y="0"/>
                </a:lnTo>
                <a:cubicBezTo>
                  <a:pt x="4292185" y="0"/>
                  <a:pt x="4343400" y="51215"/>
                  <a:pt x="4343400" y="114297"/>
                </a:cubicBezTo>
                <a:lnTo>
                  <a:pt x="4343400" y="1400178"/>
                </a:lnTo>
                <a:cubicBezTo>
                  <a:pt x="4343400" y="1463260"/>
                  <a:pt x="4292185" y="1514475"/>
                  <a:pt x="422910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07660" y="5191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7" name="Text 55"/>
          <p:cNvSpPr/>
          <p:nvPr/>
        </p:nvSpPr>
        <p:spPr>
          <a:xfrm>
            <a:off x="8012460" y="51530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 Clé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60035" y="5534025"/>
            <a:ext cx="4029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processus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préparation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(étapes 1-5) est fait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une seule fois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document. Les requêtes utilisateur (étapes 6-10) sont ultra-rapides grâce à la recherche vectorielle.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59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spc="9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SPÉCIFICATIONS TECHNIQUES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88818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Entrées, Processus &amp; Sorties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39091"/>
            <a:ext cx="831273" cy="34636"/>
          </a:xfrm>
          <a:custGeom>
            <a:avLst/>
            <a:gdLst/>
            <a:ahLst/>
            <a:cxnLst/>
            <a:rect l="l" t="t" r="r" b="b"/>
            <a:pathLst>
              <a:path w="831273" h="34636">
                <a:moveTo>
                  <a:pt x="0" y="0"/>
                </a:moveTo>
                <a:lnTo>
                  <a:pt x="831273" y="0"/>
                </a:lnTo>
                <a:lnTo>
                  <a:pt x="831273" y="34636"/>
                </a:lnTo>
                <a:lnTo>
                  <a:pt x="0" y="3463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50693" y="1216602"/>
            <a:ext cx="3732068" cy="3039341"/>
          </a:xfrm>
          <a:custGeom>
            <a:avLst/>
            <a:gdLst/>
            <a:ahLst/>
            <a:cxnLst/>
            <a:rect l="l" t="t" r="r" b="b"/>
            <a:pathLst>
              <a:path w="3732068" h="3039341">
                <a:moveTo>
                  <a:pt x="103915" y="0"/>
                </a:moveTo>
                <a:lnTo>
                  <a:pt x="3628153" y="0"/>
                </a:lnTo>
                <a:cubicBezTo>
                  <a:pt x="3685544" y="0"/>
                  <a:pt x="3732068" y="46524"/>
                  <a:pt x="3732068" y="103915"/>
                </a:cubicBezTo>
                <a:lnTo>
                  <a:pt x="3732068" y="2935426"/>
                </a:lnTo>
                <a:cubicBezTo>
                  <a:pt x="3732068" y="2992817"/>
                  <a:pt x="3685544" y="3039341"/>
                  <a:pt x="3628153" y="3039341"/>
                </a:cubicBezTo>
                <a:lnTo>
                  <a:pt x="103915" y="3039341"/>
                </a:lnTo>
                <a:cubicBezTo>
                  <a:pt x="46524" y="3039341"/>
                  <a:pt x="0" y="2992817"/>
                  <a:pt x="0" y="2935426"/>
                </a:cubicBezTo>
                <a:lnTo>
                  <a:pt x="0" y="103915"/>
                </a:lnTo>
                <a:cubicBezTo>
                  <a:pt x="0" y="46524"/>
                  <a:pt x="46524" y="0"/>
                  <a:pt x="1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205" y="1394114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432" y="1515341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116695" y="92341"/>
                </a:moveTo>
                <a:cubicBezTo>
                  <a:pt x="119874" y="89162"/>
                  <a:pt x="119874" y="84020"/>
                  <a:pt x="116695" y="80875"/>
                </a:cubicBezTo>
                <a:lnTo>
                  <a:pt x="67987" y="32133"/>
                </a:lnTo>
                <a:cubicBezTo>
                  <a:pt x="65653" y="29799"/>
                  <a:pt x="62170" y="29123"/>
                  <a:pt x="59125" y="30374"/>
                </a:cubicBezTo>
                <a:cubicBezTo>
                  <a:pt x="56081" y="31626"/>
                  <a:pt x="54119" y="34603"/>
                  <a:pt x="54119" y="37884"/>
                </a:cubicBezTo>
                <a:lnTo>
                  <a:pt x="54119" y="64943"/>
                </a:lnTo>
                <a:lnTo>
                  <a:pt x="16236" y="64943"/>
                </a:lnTo>
                <a:cubicBezTo>
                  <a:pt x="7272" y="64943"/>
                  <a:pt x="0" y="72215"/>
                  <a:pt x="0" y="81179"/>
                </a:cubicBezTo>
                <a:lnTo>
                  <a:pt x="0" y="92003"/>
                </a:lnTo>
                <a:cubicBezTo>
                  <a:pt x="0" y="100966"/>
                  <a:pt x="7272" y="108239"/>
                  <a:pt x="16236" y="108239"/>
                </a:cubicBezTo>
                <a:lnTo>
                  <a:pt x="54119" y="108239"/>
                </a:lnTo>
                <a:lnTo>
                  <a:pt x="54119" y="135298"/>
                </a:lnTo>
                <a:cubicBezTo>
                  <a:pt x="54119" y="138579"/>
                  <a:pt x="56081" y="141556"/>
                  <a:pt x="59125" y="142807"/>
                </a:cubicBezTo>
                <a:cubicBezTo>
                  <a:pt x="62170" y="144059"/>
                  <a:pt x="65653" y="143382"/>
                  <a:pt x="67987" y="141048"/>
                </a:cubicBezTo>
                <a:lnTo>
                  <a:pt x="116695" y="92341"/>
                </a:lnTo>
                <a:close/>
                <a:moveTo>
                  <a:pt x="119063" y="140710"/>
                </a:moveTo>
                <a:cubicBezTo>
                  <a:pt x="113076" y="140710"/>
                  <a:pt x="108239" y="145547"/>
                  <a:pt x="108239" y="151534"/>
                </a:cubicBezTo>
                <a:cubicBezTo>
                  <a:pt x="108239" y="157521"/>
                  <a:pt x="113076" y="162358"/>
                  <a:pt x="119063" y="162358"/>
                </a:cubicBezTo>
                <a:lnTo>
                  <a:pt x="140710" y="162358"/>
                </a:lnTo>
                <a:cubicBezTo>
                  <a:pt x="158637" y="162358"/>
                  <a:pt x="173182" y="147813"/>
                  <a:pt x="173182" y="129886"/>
                </a:cubicBezTo>
                <a:lnTo>
                  <a:pt x="173182" y="43295"/>
                </a:lnTo>
                <a:cubicBezTo>
                  <a:pt x="173182" y="25368"/>
                  <a:pt x="158637" y="10824"/>
                  <a:pt x="140710" y="10824"/>
                </a:cubicBezTo>
                <a:lnTo>
                  <a:pt x="119063" y="10824"/>
                </a:lnTo>
                <a:cubicBezTo>
                  <a:pt x="113076" y="10824"/>
                  <a:pt x="108239" y="15661"/>
                  <a:pt x="108239" y="21648"/>
                </a:cubicBezTo>
                <a:cubicBezTo>
                  <a:pt x="108239" y="27635"/>
                  <a:pt x="113076" y="32472"/>
                  <a:pt x="119063" y="32472"/>
                </a:cubicBezTo>
                <a:lnTo>
                  <a:pt x="140710" y="32472"/>
                </a:lnTo>
                <a:cubicBezTo>
                  <a:pt x="146697" y="32472"/>
                  <a:pt x="151534" y="37309"/>
                  <a:pt x="151534" y="43295"/>
                </a:cubicBezTo>
                <a:lnTo>
                  <a:pt x="151534" y="129886"/>
                </a:lnTo>
                <a:cubicBezTo>
                  <a:pt x="151534" y="135873"/>
                  <a:pt x="146697" y="140710"/>
                  <a:pt x="140710" y="140710"/>
                </a:cubicBezTo>
                <a:lnTo>
                  <a:pt x="119063" y="14071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1480705"/>
            <a:ext cx="67540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2534" y="1952625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514" y="2104159"/>
            <a:ext cx="136381" cy="121227"/>
          </a:xfrm>
          <a:custGeom>
            <a:avLst/>
            <a:gdLst/>
            <a:ahLst/>
            <a:cxnLst/>
            <a:rect l="l" t="t" r="r" b="b"/>
            <a:pathLst>
              <a:path w="136381" h="121227">
                <a:moveTo>
                  <a:pt x="22730" y="0"/>
                </a:moveTo>
                <a:cubicBezTo>
                  <a:pt x="14372" y="0"/>
                  <a:pt x="7577" y="6795"/>
                  <a:pt x="7577" y="15153"/>
                </a:cubicBezTo>
                <a:lnTo>
                  <a:pt x="7577" y="106074"/>
                </a:lnTo>
                <a:cubicBezTo>
                  <a:pt x="7577" y="114432"/>
                  <a:pt x="14372" y="121227"/>
                  <a:pt x="22730" y="121227"/>
                </a:cubicBezTo>
                <a:lnTo>
                  <a:pt x="41672" y="121227"/>
                </a:lnTo>
                <a:lnTo>
                  <a:pt x="41672" y="94709"/>
                </a:lnTo>
                <a:cubicBezTo>
                  <a:pt x="41672" y="86351"/>
                  <a:pt x="48467" y="79555"/>
                  <a:pt x="56825" y="79555"/>
                </a:cubicBezTo>
                <a:lnTo>
                  <a:pt x="98497" y="79555"/>
                </a:lnTo>
                <a:lnTo>
                  <a:pt x="98497" y="40370"/>
                </a:lnTo>
                <a:cubicBezTo>
                  <a:pt x="98497" y="36345"/>
                  <a:pt x="96911" y="32485"/>
                  <a:pt x="94070" y="29644"/>
                </a:cubicBezTo>
                <a:lnTo>
                  <a:pt x="68830" y="4428"/>
                </a:lnTo>
                <a:cubicBezTo>
                  <a:pt x="65988" y="1586"/>
                  <a:pt x="62153" y="0"/>
                  <a:pt x="58128" y="0"/>
                </a:cubicBezTo>
                <a:lnTo>
                  <a:pt x="22730" y="0"/>
                </a:lnTo>
                <a:close/>
                <a:moveTo>
                  <a:pt x="84646" y="41672"/>
                </a:moveTo>
                <a:lnTo>
                  <a:pt x="62508" y="41672"/>
                </a:lnTo>
                <a:cubicBezTo>
                  <a:pt x="59359" y="41672"/>
                  <a:pt x="56825" y="39138"/>
                  <a:pt x="56825" y="35989"/>
                </a:cubicBezTo>
                <a:lnTo>
                  <a:pt x="56825" y="13851"/>
                </a:lnTo>
                <a:lnTo>
                  <a:pt x="84646" y="41672"/>
                </a:lnTo>
                <a:close/>
                <a:moveTo>
                  <a:pt x="56825" y="89973"/>
                </a:moveTo>
                <a:cubicBezTo>
                  <a:pt x="54221" y="89973"/>
                  <a:pt x="52090" y="92104"/>
                  <a:pt x="52090" y="94709"/>
                </a:cubicBezTo>
                <a:lnTo>
                  <a:pt x="52090" y="125016"/>
                </a:lnTo>
                <a:cubicBezTo>
                  <a:pt x="52090" y="127620"/>
                  <a:pt x="54221" y="129751"/>
                  <a:pt x="56825" y="129751"/>
                </a:cubicBezTo>
                <a:cubicBezTo>
                  <a:pt x="59430" y="129751"/>
                  <a:pt x="61561" y="127620"/>
                  <a:pt x="61561" y="125016"/>
                </a:cubicBezTo>
                <a:lnTo>
                  <a:pt x="61561" y="118386"/>
                </a:lnTo>
                <a:lnTo>
                  <a:pt x="64402" y="118386"/>
                </a:lnTo>
                <a:cubicBezTo>
                  <a:pt x="72239" y="118386"/>
                  <a:pt x="78608" y="112017"/>
                  <a:pt x="78608" y="104180"/>
                </a:cubicBezTo>
                <a:cubicBezTo>
                  <a:pt x="78608" y="96343"/>
                  <a:pt x="72239" y="89973"/>
                  <a:pt x="64402" y="89973"/>
                </a:cubicBezTo>
                <a:lnTo>
                  <a:pt x="56825" y="89973"/>
                </a:lnTo>
                <a:close/>
                <a:moveTo>
                  <a:pt x="64402" y="108915"/>
                </a:moveTo>
                <a:lnTo>
                  <a:pt x="61561" y="108915"/>
                </a:lnTo>
                <a:lnTo>
                  <a:pt x="61561" y="99444"/>
                </a:lnTo>
                <a:lnTo>
                  <a:pt x="64402" y="99444"/>
                </a:lnTo>
                <a:cubicBezTo>
                  <a:pt x="67006" y="99444"/>
                  <a:pt x="69137" y="101575"/>
                  <a:pt x="69137" y="104180"/>
                </a:cubicBezTo>
                <a:cubicBezTo>
                  <a:pt x="69137" y="106784"/>
                  <a:pt x="67006" y="108915"/>
                  <a:pt x="64402" y="108915"/>
                </a:cubicBezTo>
                <a:close/>
                <a:moveTo>
                  <a:pt x="87132" y="89973"/>
                </a:moveTo>
                <a:cubicBezTo>
                  <a:pt x="84528" y="89973"/>
                  <a:pt x="82397" y="92104"/>
                  <a:pt x="82397" y="94709"/>
                </a:cubicBezTo>
                <a:lnTo>
                  <a:pt x="82397" y="125016"/>
                </a:lnTo>
                <a:cubicBezTo>
                  <a:pt x="82397" y="127620"/>
                  <a:pt x="84528" y="129751"/>
                  <a:pt x="87132" y="129751"/>
                </a:cubicBezTo>
                <a:lnTo>
                  <a:pt x="94709" y="129751"/>
                </a:lnTo>
                <a:cubicBezTo>
                  <a:pt x="101504" y="129751"/>
                  <a:pt x="107021" y="124234"/>
                  <a:pt x="107021" y="117439"/>
                </a:cubicBezTo>
                <a:lnTo>
                  <a:pt x="107021" y="102286"/>
                </a:lnTo>
                <a:cubicBezTo>
                  <a:pt x="107021" y="95490"/>
                  <a:pt x="101504" y="89973"/>
                  <a:pt x="94709" y="89973"/>
                </a:cubicBezTo>
                <a:lnTo>
                  <a:pt x="87132" y="89973"/>
                </a:lnTo>
                <a:close/>
                <a:moveTo>
                  <a:pt x="91868" y="120280"/>
                </a:moveTo>
                <a:lnTo>
                  <a:pt x="91868" y="99444"/>
                </a:lnTo>
                <a:lnTo>
                  <a:pt x="94709" y="99444"/>
                </a:lnTo>
                <a:cubicBezTo>
                  <a:pt x="96272" y="99444"/>
                  <a:pt x="97550" y="100723"/>
                  <a:pt x="97550" y="102286"/>
                </a:cubicBezTo>
                <a:lnTo>
                  <a:pt x="97550" y="117439"/>
                </a:lnTo>
                <a:cubicBezTo>
                  <a:pt x="97550" y="119002"/>
                  <a:pt x="96272" y="120280"/>
                  <a:pt x="94709" y="120280"/>
                </a:cubicBezTo>
                <a:lnTo>
                  <a:pt x="91868" y="120280"/>
                </a:lnTo>
                <a:close/>
                <a:moveTo>
                  <a:pt x="112703" y="94709"/>
                </a:moveTo>
                <a:lnTo>
                  <a:pt x="112703" y="125016"/>
                </a:lnTo>
                <a:cubicBezTo>
                  <a:pt x="112703" y="127620"/>
                  <a:pt x="114834" y="129751"/>
                  <a:pt x="117439" y="129751"/>
                </a:cubicBezTo>
                <a:cubicBezTo>
                  <a:pt x="120043" y="129751"/>
                  <a:pt x="122174" y="127620"/>
                  <a:pt x="122174" y="125016"/>
                </a:cubicBezTo>
                <a:lnTo>
                  <a:pt x="122174" y="114598"/>
                </a:lnTo>
                <a:lnTo>
                  <a:pt x="128804" y="114598"/>
                </a:lnTo>
                <a:cubicBezTo>
                  <a:pt x="131408" y="114598"/>
                  <a:pt x="133539" y="112467"/>
                  <a:pt x="133539" y="109862"/>
                </a:cubicBezTo>
                <a:cubicBezTo>
                  <a:pt x="133539" y="107258"/>
                  <a:pt x="131408" y="105127"/>
                  <a:pt x="128804" y="105127"/>
                </a:cubicBezTo>
                <a:lnTo>
                  <a:pt x="122174" y="105127"/>
                </a:lnTo>
                <a:lnTo>
                  <a:pt x="122174" y="99444"/>
                </a:lnTo>
                <a:lnTo>
                  <a:pt x="128804" y="99444"/>
                </a:lnTo>
                <a:cubicBezTo>
                  <a:pt x="131408" y="99444"/>
                  <a:pt x="133539" y="97313"/>
                  <a:pt x="133539" y="94709"/>
                </a:cubicBezTo>
                <a:cubicBezTo>
                  <a:pt x="133539" y="92104"/>
                  <a:pt x="131408" y="89973"/>
                  <a:pt x="128804" y="89973"/>
                </a:cubicBezTo>
                <a:lnTo>
                  <a:pt x="117439" y="89973"/>
                </a:lnTo>
                <a:cubicBezTo>
                  <a:pt x="114834" y="89973"/>
                  <a:pt x="112703" y="92104"/>
                  <a:pt x="112703" y="947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861580" y="2060864"/>
            <a:ext cx="7793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773" y="2303318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PDF, DOCX des cours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534" y="2697307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091" y="2848841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121227" y="56825"/>
                </a:moveTo>
                <a:cubicBezTo>
                  <a:pt x="121227" y="88198"/>
                  <a:pt x="94093" y="113651"/>
                  <a:pt x="60614" y="113651"/>
                </a:cubicBezTo>
                <a:cubicBezTo>
                  <a:pt x="51829" y="113651"/>
                  <a:pt x="43495" y="111898"/>
                  <a:pt x="35966" y="108749"/>
                </a:cubicBezTo>
                <a:lnTo>
                  <a:pt x="7932" y="120777"/>
                </a:lnTo>
                <a:cubicBezTo>
                  <a:pt x="5706" y="121724"/>
                  <a:pt x="3149" y="121180"/>
                  <a:pt x="1515" y="119404"/>
                </a:cubicBezTo>
                <a:cubicBezTo>
                  <a:pt x="-118" y="117628"/>
                  <a:pt x="-474" y="115024"/>
                  <a:pt x="663" y="112893"/>
                </a:cubicBezTo>
                <a:lnTo>
                  <a:pt x="12217" y="91063"/>
                </a:lnTo>
                <a:cubicBezTo>
                  <a:pt x="4546" y="81521"/>
                  <a:pt x="0" y="69682"/>
                  <a:pt x="0" y="56825"/>
                </a:cubicBezTo>
                <a:cubicBezTo>
                  <a:pt x="0" y="25453"/>
                  <a:pt x="27134" y="0"/>
                  <a:pt x="60614" y="0"/>
                </a:cubicBezTo>
                <a:cubicBezTo>
                  <a:pt x="94093" y="0"/>
                  <a:pt x="121227" y="25453"/>
                  <a:pt x="121227" y="568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80" y="2805545"/>
            <a:ext cx="701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773" y="3048000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en langage naturel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534" y="3441989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514" y="3593523"/>
            <a:ext cx="136381" cy="121227"/>
          </a:xfrm>
          <a:custGeom>
            <a:avLst/>
            <a:gdLst/>
            <a:ahLst/>
            <a:cxnLst/>
            <a:rect l="l" t="t" r="r" b="b"/>
            <a:pathLst>
              <a:path w="136381" h="121227">
                <a:moveTo>
                  <a:pt x="68190" y="15153"/>
                </a:moveTo>
                <a:cubicBezTo>
                  <a:pt x="93288" y="15153"/>
                  <a:pt x="113651" y="35516"/>
                  <a:pt x="113651" y="60614"/>
                </a:cubicBezTo>
                <a:cubicBezTo>
                  <a:pt x="113651" y="85711"/>
                  <a:pt x="93288" y="106074"/>
                  <a:pt x="68190" y="106074"/>
                </a:cubicBezTo>
                <a:cubicBezTo>
                  <a:pt x="52753" y="106074"/>
                  <a:pt x="39091" y="98379"/>
                  <a:pt x="30875" y="86588"/>
                </a:cubicBezTo>
                <a:cubicBezTo>
                  <a:pt x="28484" y="83154"/>
                  <a:pt x="23748" y="82326"/>
                  <a:pt x="20315" y="84717"/>
                </a:cubicBezTo>
                <a:cubicBezTo>
                  <a:pt x="16882" y="87108"/>
                  <a:pt x="16053" y="91844"/>
                  <a:pt x="18445" y="95277"/>
                </a:cubicBezTo>
                <a:cubicBezTo>
                  <a:pt x="29383" y="110951"/>
                  <a:pt x="47591" y="121227"/>
                  <a:pt x="68190" y="121227"/>
                </a:cubicBezTo>
                <a:cubicBezTo>
                  <a:pt x="101670" y="121227"/>
                  <a:pt x="128804" y="94093"/>
                  <a:pt x="128804" y="60614"/>
                </a:cubicBezTo>
                <a:cubicBezTo>
                  <a:pt x="128804" y="27134"/>
                  <a:pt x="101670" y="0"/>
                  <a:pt x="68190" y="0"/>
                </a:cubicBezTo>
                <a:cubicBezTo>
                  <a:pt x="47899" y="0"/>
                  <a:pt x="29952" y="9968"/>
                  <a:pt x="18942" y="25264"/>
                </a:cubicBezTo>
                <a:lnTo>
                  <a:pt x="18942" y="18942"/>
                </a:lnTo>
                <a:cubicBezTo>
                  <a:pt x="18942" y="14751"/>
                  <a:pt x="15556" y="11365"/>
                  <a:pt x="11365" y="11365"/>
                </a:cubicBezTo>
                <a:cubicBezTo>
                  <a:pt x="7174" y="11365"/>
                  <a:pt x="3788" y="14751"/>
                  <a:pt x="3788" y="18942"/>
                </a:cubicBezTo>
                <a:lnTo>
                  <a:pt x="3788" y="45460"/>
                </a:lnTo>
                <a:cubicBezTo>
                  <a:pt x="3788" y="49651"/>
                  <a:pt x="7174" y="53037"/>
                  <a:pt x="11365" y="53037"/>
                </a:cubicBezTo>
                <a:lnTo>
                  <a:pt x="17190" y="53037"/>
                </a:lnTo>
                <a:cubicBezTo>
                  <a:pt x="17308" y="53037"/>
                  <a:pt x="17426" y="53037"/>
                  <a:pt x="17545" y="53037"/>
                </a:cubicBezTo>
                <a:lnTo>
                  <a:pt x="37907" y="53037"/>
                </a:lnTo>
                <a:cubicBezTo>
                  <a:pt x="42098" y="53037"/>
                  <a:pt x="45484" y="49651"/>
                  <a:pt x="45484" y="45460"/>
                </a:cubicBezTo>
                <a:cubicBezTo>
                  <a:pt x="45484" y="41269"/>
                  <a:pt x="42098" y="37884"/>
                  <a:pt x="37907" y="37884"/>
                </a:cubicBezTo>
                <a:lnTo>
                  <a:pt x="28839" y="37884"/>
                </a:lnTo>
                <a:cubicBezTo>
                  <a:pt x="36676" y="24293"/>
                  <a:pt x="51380" y="15153"/>
                  <a:pt x="68190" y="15153"/>
                </a:cubicBezTo>
                <a:close/>
                <a:moveTo>
                  <a:pt x="73873" y="35989"/>
                </a:moveTo>
                <a:cubicBezTo>
                  <a:pt x="73873" y="32840"/>
                  <a:pt x="71339" y="30307"/>
                  <a:pt x="68190" y="30307"/>
                </a:cubicBezTo>
                <a:cubicBezTo>
                  <a:pt x="65041" y="30307"/>
                  <a:pt x="62508" y="32840"/>
                  <a:pt x="62508" y="35989"/>
                </a:cubicBezTo>
                <a:lnTo>
                  <a:pt x="62508" y="60614"/>
                </a:lnTo>
                <a:cubicBezTo>
                  <a:pt x="62508" y="62129"/>
                  <a:pt x="63100" y="63573"/>
                  <a:pt x="64165" y="64639"/>
                </a:cubicBezTo>
                <a:lnTo>
                  <a:pt x="81213" y="81686"/>
                </a:lnTo>
                <a:cubicBezTo>
                  <a:pt x="83438" y="83912"/>
                  <a:pt x="87037" y="83912"/>
                  <a:pt x="89239" y="81686"/>
                </a:cubicBezTo>
                <a:cubicBezTo>
                  <a:pt x="91441" y="79461"/>
                  <a:pt x="91465" y="75862"/>
                  <a:pt x="89239" y="73660"/>
                </a:cubicBezTo>
                <a:lnTo>
                  <a:pt x="73849" y="58270"/>
                </a:lnTo>
                <a:lnTo>
                  <a:pt x="73849" y="3598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861580" y="3550227"/>
            <a:ext cx="7100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Historique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773" y="3792682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 et résultats quiz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29966" y="1216602"/>
            <a:ext cx="3732068" cy="3039341"/>
          </a:xfrm>
          <a:custGeom>
            <a:avLst/>
            <a:gdLst/>
            <a:ahLst/>
            <a:cxnLst/>
            <a:rect l="l" t="t" r="r" b="b"/>
            <a:pathLst>
              <a:path w="3732068" h="3039341">
                <a:moveTo>
                  <a:pt x="103915" y="0"/>
                </a:moveTo>
                <a:lnTo>
                  <a:pt x="3628153" y="0"/>
                </a:lnTo>
                <a:cubicBezTo>
                  <a:pt x="3685544" y="0"/>
                  <a:pt x="3732068" y="46524"/>
                  <a:pt x="3732068" y="103915"/>
                </a:cubicBezTo>
                <a:lnTo>
                  <a:pt x="3732068" y="2935426"/>
                </a:lnTo>
                <a:cubicBezTo>
                  <a:pt x="3732068" y="2992817"/>
                  <a:pt x="3685544" y="3039341"/>
                  <a:pt x="3628153" y="3039341"/>
                </a:cubicBezTo>
                <a:lnTo>
                  <a:pt x="103915" y="3039341"/>
                </a:lnTo>
                <a:cubicBezTo>
                  <a:pt x="46524" y="3039341"/>
                  <a:pt x="0" y="2992817"/>
                  <a:pt x="0" y="2935426"/>
                </a:cubicBezTo>
                <a:lnTo>
                  <a:pt x="0" y="103915"/>
                </a:lnTo>
                <a:cubicBezTo>
                  <a:pt x="0" y="46524"/>
                  <a:pt x="46524" y="0"/>
                  <a:pt x="1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77" y="1394114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07057" y="1515341"/>
            <a:ext cx="216477" cy="173182"/>
          </a:xfrm>
          <a:custGeom>
            <a:avLst/>
            <a:gdLst/>
            <a:ahLst/>
            <a:cxnLst/>
            <a:rect l="l" t="t" r="r" b="b"/>
            <a:pathLst>
              <a:path w="216477" h="173182">
                <a:moveTo>
                  <a:pt x="140676" y="71201"/>
                </a:moveTo>
                <a:cubicBezTo>
                  <a:pt x="144803" y="70085"/>
                  <a:pt x="149133" y="72046"/>
                  <a:pt x="150993" y="75869"/>
                </a:cubicBezTo>
                <a:lnTo>
                  <a:pt x="157284" y="88587"/>
                </a:lnTo>
                <a:cubicBezTo>
                  <a:pt x="160768" y="89060"/>
                  <a:pt x="164184" y="90007"/>
                  <a:pt x="167398" y="91326"/>
                </a:cubicBezTo>
                <a:lnTo>
                  <a:pt x="179236" y="83445"/>
                </a:lnTo>
                <a:cubicBezTo>
                  <a:pt x="182788" y="81078"/>
                  <a:pt x="187490" y="81551"/>
                  <a:pt x="190500" y="84561"/>
                </a:cubicBezTo>
                <a:lnTo>
                  <a:pt x="196994" y="91056"/>
                </a:lnTo>
                <a:cubicBezTo>
                  <a:pt x="200005" y="94066"/>
                  <a:pt x="200478" y="98802"/>
                  <a:pt x="198111" y="102319"/>
                </a:cubicBezTo>
                <a:lnTo>
                  <a:pt x="190229" y="114124"/>
                </a:lnTo>
                <a:cubicBezTo>
                  <a:pt x="190872" y="115714"/>
                  <a:pt x="191447" y="117371"/>
                  <a:pt x="191921" y="119096"/>
                </a:cubicBezTo>
                <a:cubicBezTo>
                  <a:pt x="192394" y="120821"/>
                  <a:pt x="192699" y="122513"/>
                  <a:pt x="192935" y="124238"/>
                </a:cubicBezTo>
                <a:lnTo>
                  <a:pt x="205687" y="130529"/>
                </a:lnTo>
                <a:cubicBezTo>
                  <a:pt x="209509" y="132423"/>
                  <a:pt x="211471" y="136753"/>
                  <a:pt x="210355" y="140846"/>
                </a:cubicBezTo>
                <a:lnTo>
                  <a:pt x="207987" y="149708"/>
                </a:lnTo>
                <a:cubicBezTo>
                  <a:pt x="206871" y="153800"/>
                  <a:pt x="203049" y="156574"/>
                  <a:pt x="198787" y="156303"/>
                </a:cubicBezTo>
                <a:lnTo>
                  <a:pt x="184581" y="155390"/>
                </a:lnTo>
                <a:cubicBezTo>
                  <a:pt x="182450" y="158130"/>
                  <a:pt x="179981" y="160667"/>
                  <a:pt x="177173" y="162831"/>
                </a:cubicBezTo>
                <a:lnTo>
                  <a:pt x="178086" y="177004"/>
                </a:lnTo>
                <a:cubicBezTo>
                  <a:pt x="178357" y="181266"/>
                  <a:pt x="175583" y="185122"/>
                  <a:pt x="171491" y="186204"/>
                </a:cubicBezTo>
                <a:lnTo>
                  <a:pt x="162629" y="188572"/>
                </a:lnTo>
                <a:cubicBezTo>
                  <a:pt x="158502" y="189688"/>
                  <a:pt x="154206" y="187726"/>
                  <a:pt x="152312" y="183904"/>
                </a:cubicBezTo>
                <a:lnTo>
                  <a:pt x="146021" y="171186"/>
                </a:lnTo>
                <a:cubicBezTo>
                  <a:pt x="142537" y="170713"/>
                  <a:pt x="139120" y="169766"/>
                  <a:pt x="135907" y="168446"/>
                </a:cubicBezTo>
                <a:lnTo>
                  <a:pt x="124069" y="176328"/>
                </a:lnTo>
                <a:cubicBezTo>
                  <a:pt x="120517" y="178695"/>
                  <a:pt x="115815" y="178222"/>
                  <a:pt x="112805" y="175211"/>
                </a:cubicBezTo>
                <a:lnTo>
                  <a:pt x="106311" y="168717"/>
                </a:lnTo>
                <a:cubicBezTo>
                  <a:pt x="103300" y="165707"/>
                  <a:pt x="102827" y="161005"/>
                  <a:pt x="105194" y="157453"/>
                </a:cubicBezTo>
                <a:lnTo>
                  <a:pt x="113076" y="145615"/>
                </a:lnTo>
                <a:cubicBezTo>
                  <a:pt x="112433" y="144025"/>
                  <a:pt x="111858" y="142368"/>
                  <a:pt x="111384" y="140643"/>
                </a:cubicBezTo>
                <a:cubicBezTo>
                  <a:pt x="110911" y="138918"/>
                  <a:pt x="110606" y="137192"/>
                  <a:pt x="110370" y="135501"/>
                </a:cubicBezTo>
                <a:lnTo>
                  <a:pt x="97618" y="129210"/>
                </a:lnTo>
                <a:cubicBezTo>
                  <a:pt x="93796" y="127316"/>
                  <a:pt x="91868" y="122986"/>
                  <a:pt x="92950" y="118893"/>
                </a:cubicBezTo>
                <a:lnTo>
                  <a:pt x="95318" y="110031"/>
                </a:lnTo>
                <a:cubicBezTo>
                  <a:pt x="96434" y="105939"/>
                  <a:pt x="100256" y="103165"/>
                  <a:pt x="104518" y="103436"/>
                </a:cubicBezTo>
                <a:lnTo>
                  <a:pt x="118690" y="104349"/>
                </a:lnTo>
                <a:cubicBezTo>
                  <a:pt x="120821" y="101609"/>
                  <a:pt x="123291" y="99072"/>
                  <a:pt x="126098" y="96907"/>
                </a:cubicBezTo>
                <a:lnTo>
                  <a:pt x="125185" y="82769"/>
                </a:lnTo>
                <a:cubicBezTo>
                  <a:pt x="124914" y="78507"/>
                  <a:pt x="127688" y="74651"/>
                  <a:pt x="131781" y="73568"/>
                </a:cubicBezTo>
                <a:lnTo>
                  <a:pt x="140643" y="71201"/>
                </a:lnTo>
                <a:close/>
                <a:moveTo>
                  <a:pt x="151669" y="115004"/>
                </a:moveTo>
                <a:cubicBezTo>
                  <a:pt x="143455" y="115013"/>
                  <a:pt x="136794" y="121689"/>
                  <a:pt x="136803" y="129903"/>
                </a:cubicBezTo>
                <a:cubicBezTo>
                  <a:pt x="136813" y="138117"/>
                  <a:pt x="143489" y="144779"/>
                  <a:pt x="151703" y="144769"/>
                </a:cubicBezTo>
                <a:cubicBezTo>
                  <a:pt x="159917" y="144760"/>
                  <a:pt x="166578" y="138083"/>
                  <a:pt x="166569" y="129869"/>
                </a:cubicBezTo>
                <a:cubicBezTo>
                  <a:pt x="166560" y="121655"/>
                  <a:pt x="159883" y="114994"/>
                  <a:pt x="151669" y="115004"/>
                </a:cubicBezTo>
                <a:close/>
                <a:moveTo>
                  <a:pt x="76071" y="-15390"/>
                </a:moveTo>
                <a:lnTo>
                  <a:pt x="84934" y="-13022"/>
                </a:lnTo>
                <a:cubicBezTo>
                  <a:pt x="89026" y="-11906"/>
                  <a:pt x="91800" y="-8050"/>
                  <a:pt x="91529" y="-3822"/>
                </a:cubicBezTo>
                <a:lnTo>
                  <a:pt x="90616" y="10316"/>
                </a:lnTo>
                <a:cubicBezTo>
                  <a:pt x="93423" y="12481"/>
                  <a:pt x="95893" y="14984"/>
                  <a:pt x="98024" y="17758"/>
                </a:cubicBezTo>
                <a:lnTo>
                  <a:pt x="112230" y="16845"/>
                </a:lnTo>
                <a:cubicBezTo>
                  <a:pt x="116458" y="16574"/>
                  <a:pt x="120314" y="19348"/>
                  <a:pt x="121430" y="23440"/>
                </a:cubicBezTo>
                <a:lnTo>
                  <a:pt x="123798" y="32302"/>
                </a:lnTo>
                <a:cubicBezTo>
                  <a:pt x="124880" y="36395"/>
                  <a:pt x="122952" y="40725"/>
                  <a:pt x="119130" y="42619"/>
                </a:cubicBezTo>
                <a:lnTo>
                  <a:pt x="106378" y="48910"/>
                </a:lnTo>
                <a:cubicBezTo>
                  <a:pt x="106142" y="50635"/>
                  <a:pt x="105803" y="52360"/>
                  <a:pt x="105364" y="54052"/>
                </a:cubicBezTo>
                <a:cubicBezTo>
                  <a:pt x="104924" y="55743"/>
                  <a:pt x="104315" y="57434"/>
                  <a:pt x="103672" y="59024"/>
                </a:cubicBezTo>
                <a:lnTo>
                  <a:pt x="111553" y="70862"/>
                </a:lnTo>
                <a:cubicBezTo>
                  <a:pt x="113921" y="74414"/>
                  <a:pt x="113448" y="79116"/>
                  <a:pt x="110437" y="82126"/>
                </a:cubicBezTo>
                <a:lnTo>
                  <a:pt x="103943" y="88620"/>
                </a:lnTo>
                <a:cubicBezTo>
                  <a:pt x="100933" y="91631"/>
                  <a:pt x="96231" y="92104"/>
                  <a:pt x="92679" y="89737"/>
                </a:cubicBezTo>
                <a:lnTo>
                  <a:pt x="80841" y="81855"/>
                </a:lnTo>
                <a:cubicBezTo>
                  <a:pt x="77627" y="83175"/>
                  <a:pt x="74211" y="84122"/>
                  <a:pt x="70727" y="84595"/>
                </a:cubicBezTo>
                <a:lnTo>
                  <a:pt x="64436" y="97313"/>
                </a:lnTo>
                <a:cubicBezTo>
                  <a:pt x="62542" y="101135"/>
                  <a:pt x="58212" y="103063"/>
                  <a:pt x="54119" y="101981"/>
                </a:cubicBezTo>
                <a:lnTo>
                  <a:pt x="45257" y="99613"/>
                </a:lnTo>
                <a:cubicBezTo>
                  <a:pt x="41131" y="98497"/>
                  <a:pt x="38391" y="94641"/>
                  <a:pt x="38661" y="90413"/>
                </a:cubicBezTo>
                <a:lnTo>
                  <a:pt x="39575" y="76241"/>
                </a:lnTo>
                <a:cubicBezTo>
                  <a:pt x="36767" y="74076"/>
                  <a:pt x="34298" y="71573"/>
                  <a:pt x="32167" y="68799"/>
                </a:cubicBezTo>
                <a:lnTo>
                  <a:pt x="17961" y="69712"/>
                </a:lnTo>
                <a:cubicBezTo>
                  <a:pt x="13733" y="69983"/>
                  <a:pt x="9877" y="67209"/>
                  <a:pt x="8761" y="63117"/>
                </a:cubicBezTo>
                <a:lnTo>
                  <a:pt x="6393" y="54255"/>
                </a:lnTo>
                <a:cubicBezTo>
                  <a:pt x="5310" y="50162"/>
                  <a:pt x="7238" y="45832"/>
                  <a:pt x="11061" y="43938"/>
                </a:cubicBezTo>
                <a:lnTo>
                  <a:pt x="23813" y="37647"/>
                </a:lnTo>
                <a:cubicBezTo>
                  <a:pt x="24049" y="35922"/>
                  <a:pt x="24388" y="34230"/>
                  <a:pt x="24827" y="32505"/>
                </a:cubicBezTo>
                <a:cubicBezTo>
                  <a:pt x="25301" y="30780"/>
                  <a:pt x="25842" y="29123"/>
                  <a:pt x="26518" y="27533"/>
                </a:cubicBezTo>
                <a:lnTo>
                  <a:pt x="18637" y="15728"/>
                </a:lnTo>
                <a:cubicBezTo>
                  <a:pt x="16270" y="12177"/>
                  <a:pt x="16743" y="7475"/>
                  <a:pt x="19754" y="4465"/>
                </a:cubicBezTo>
                <a:lnTo>
                  <a:pt x="26248" y="-2029"/>
                </a:lnTo>
                <a:cubicBezTo>
                  <a:pt x="29258" y="-5040"/>
                  <a:pt x="33960" y="-5513"/>
                  <a:pt x="37511" y="-3146"/>
                </a:cubicBezTo>
                <a:lnTo>
                  <a:pt x="49350" y="4735"/>
                </a:lnTo>
                <a:cubicBezTo>
                  <a:pt x="52563" y="3416"/>
                  <a:pt x="55980" y="2469"/>
                  <a:pt x="59464" y="1996"/>
                </a:cubicBezTo>
                <a:lnTo>
                  <a:pt x="65755" y="-10722"/>
                </a:lnTo>
                <a:cubicBezTo>
                  <a:pt x="67649" y="-14545"/>
                  <a:pt x="71945" y="-16473"/>
                  <a:pt x="76071" y="-15390"/>
                </a:cubicBezTo>
                <a:close/>
                <a:moveTo>
                  <a:pt x="65078" y="28413"/>
                </a:moveTo>
                <a:cubicBezTo>
                  <a:pt x="56864" y="28413"/>
                  <a:pt x="50196" y="35081"/>
                  <a:pt x="50196" y="43295"/>
                </a:cubicBezTo>
                <a:cubicBezTo>
                  <a:pt x="50196" y="51510"/>
                  <a:pt x="56864" y="58178"/>
                  <a:pt x="65078" y="58178"/>
                </a:cubicBezTo>
                <a:cubicBezTo>
                  <a:pt x="73293" y="58178"/>
                  <a:pt x="79961" y="51510"/>
                  <a:pt x="79961" y="43295"/>
                </a:cubicBezTo>
                <a:cubicBezTo>
                  <a:pt x="79961" y="35081"/>
                  <a:pt x="73293" y="28413"/>
                  <a:pt x="65078" y="28413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4" name="Text 22"/>
          <p:cNvSpPr/>
          <p:nvPr/>
        </p:nvSpPr>
        <p:spPr>
          <a:xfrm>
            <a:off x="4927023" y="1480705"/>
            <a:ext cx="8832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11807" y="1952625"/>
            <a:ext cx="3368386" cy="355023"/>
          </a:xfrm>
          <a:custGeom>
            <a:avLst/>
            <a:gdLst/>
            <a:ahLst/>
            <a:cxnLst/>
            <a:rect l="l" t="t" r="r" b="b"/>
            <a:pathLst>
              <a:path w="3368386" h="355023">
                <a:moveTo>
                  <a:pt x="69272" y="0"/>
                </a:moveTo>
                <a:lnTo>
                  <a:pt x="3299114" y="0"/>
                </a:lnTo>
                <a:cubicBezTo>
                  <a:pt x="3337347" y="0"/>
                  <a:pt x="3368386" y="31040"/>
                  <a:pt x="3368386" y="69272"/>
                </a:cubicBezTo>
                <a:lnTo>
                  <a:pt x="3368386" y="285751"/>
                </a:lnTo>
                <a:cubicBezTo>
                  <a:pt x="3368386" y="324009"/>
                  <a:pt x="3337372" y="355023"/>
                  <a:pt x="3299114" y="355023"/>
                </a:cubicBezTo>
                <a:lnTo>
                  <a:pt x="69272" y="355023"/>
                </a:lnTo>
                <a:cubicBezTo>
                  <a:pt x="31040" y="355023"/>
                  <a:pt x="0" y="323983"/>
                  <a:pt x="0" y="285751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5409" y="2026227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34637" y="0"/>
                </a:moveTo>
                <a:lnTo>
                  <a:pt x="173181" y="0"/>
                </a:lnTo>
                <a:cubicBezTo>
                  <a:pt x="192298" y="0"/>
                  <a:pt x="207818" y="15520"/>
                  <a:pt x="207818" y="34637"/>
                </a:cubicBezTo>
                <a:lnTo>
                  <a:pt x="207818" y="173181"/>
                </a:lnTo>
                <a:cubicBezTo>
                  <a:pt x="207818" y="192311"/>
                  <a:pt x="192311" y="207818"/>
                  <a:pt x="173181" y="207818"/>
                </a:cubicBezTo>
                <a:lnTo>
                  <a:pt x="34637" y="207818"/>
                </a:lnTo>
                <a:cubicBezTo>
                  <a:pt x="15520" y="207818"/>
                  <a:pt x="0" y="192298"/>
                  <a:pt x="0" y="173181"/>
                </a:cubicBezTo>
                <a:lnTo>
                  <a:pt x="0" y="34637"/>
                </a:lnTo>
                <a:cubicBezTo>
                  <a:pt x="0" y="15520"/>
                  <a:pt x="15520" y="0"/>
                  <a:pt x="34637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67670" y="2060864"/>
            <a:ext cx="95250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8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500" y="2043545"/>
            <a:ext cx="467591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1807" y="2385580"/>
            <a:ext cx="3368386" cy="355023"/>
          </a:xfrm>
          <a:custGeom>
            <a:avLst/>
            <a:gdLst/>
            <a:ahLst/>
            <a:cxnLst/>
            <a:rect l="l" t="t" r="r" b="b"/>
            <a:pathLst>
              <a:path w="3368386" h="355023">
                <a:moveTo>
                  <a:pt x="69272" y="0"/>
                </a:moveTo>
                <a:lnTo>
                  <a:pt x="3299114" y="0"/>
                </a:lnTo>
                <a:cubicBezTo>
                  <a:pt x="3337347" y="0"/>
                  <a:pt x="3368386" y="31040"/>
                  <a:pt x="3368386" y="69272"/>
                </a:cubicBezTo>
                <a:lnTo>
                  <a:pt x="3368386" y="285751"/>
                </a:lnTo>
                <a:cubicBezTo>
                  <a:pt x="3368386" y="324009"/>
                  <a:pt x="3337372" y="355023"/>
                  <a:pt x="3299114" y="355023"/>
                </a:cubicBezTo>
                <a:lnTo>
                  <a:pt x="69272" y="355023"/>
                </a:lnTo>
                <a:cubicBezTo>
                  <a:pt x="31040" y="355023"/>
                  <a:pt x="0" y="323983"/>
                  <a:pt x="0" y="285751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5409" y="2459182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34637" y="0"/>
                </a:moveTo>
                <a:lnTo>
                  <a:pt x="173181" y="0"/>
                </a:lnTo>
                <a:cubicBezTo>
                  <a:pt x="192298" y="0"/>
                  <a:pt x="207818" y="15520"/>
                  <a:pt x="207818" y="34637"/>
                </a:cubicBezTo>
                <a:lnTo>
                  <a:pt x="207818" y="173181"/>
                </a:lnTo>
                <a:cubicBezTo>
                  <a:pt x="207818" y="192311"/>
                  <a:pt x="192311" y="207818"/>
                  <a:pt x="173181" y="207818"/>
                </a:cubicBezTo>
                <a:lnTo>
                  <a:pt x="34637" y="207818"/>
                </a:lnTo>
                <a:cubicBezTo>
                  <a:pt x="15520" y="207818"/>
                  <a:pt x="0" y="192298"/>
                  <a:pt x="0" y="173181"/>
                </a:cubicBezTo>
                <a:lnTo>
                  <a:pt x="0" y="34637"/>
                </a:lnTo>
                <a:cubicBezTo>
                  <a:pt x="0" y="15520"/>
                  <a:pt x="15520" y="0"/>
                  <a:pt x="34637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59011" y="2493818"/>
            <a:ext cx="11256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8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62500" y="2476500"/>
            <a:ext cx="675409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1807" y="2818534"/>
            <a:ext cx="3368386" cy="355023"/>
          </a:xfrm>
          <a:custGeom>
            <a:avLst/>
            <a:gdLst/>
            <a:ahLst/>
            <a:cxnLst/>
            <a:rect l="l" t="t" r="r" b="b"/>
            <a:pathLst>
              <a:path w="3368386" h="355023">
                <a:moveTo>
                  <a:pt x="69272" y="0"/>
                </a:moveTo>
                <a:lnTo>
                  <a:pt x="3299114" y="0"/>
                </a:lnTo>
                <a:cubicBezTo>
                  <a:pt x="3337347" y="0"/>
                  <a:pt x="3368386" y="31040"/>
                  <a:pt x="3368386" y="69272"/>
                </a:cubicBezTo>
                <a:lnTo>
                  <a:pt x="3368386" y="285751"/>
                </a:lnTo>
                <a:cubicBezTo>
                  <a:pt x="3368386" y="324009"/>
                  <a:pt x="3337372" y="355023"/>
                  <a:pt x="3299114" y="355023"/>
                </a:cubicBezTo>
                <a:lnTo>
                  <a:pt x="69272" y="355023"/>
                </a:lnTo>
                <a:cubicBezTo>
                  <a:pt x="31040" y="355023"/>
                  <a:pt x="0" y="323983"/>
                  <a:pt x="0" y="285751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5409" y="2892136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34637" y="0"/>
                </a:moveTo>
                <a:lnTo>
                  <a:pt x="173181" y="0"/>
                </a:lnTo>
                <a:cubicBezTo>
                  <a:pt x="192298" y="0"/>
                  <a:pt x="207818" y="15520"/>
                  <a:pt x="207818" y="34637"/>
                </a:cubicBezTo>
                <a:lnTo>
                  <a:pt x="207818" y="173181"/>
                </a:lnTo>
                <a:cubicBezTo>
                  <a:pt x="207818" y="192311"/>
                  <a:pt x="192311" y="207818"/>
                  <a:pt x="173181" y="207818"/>
                </a:cubicBezTo>
                <a:lnTo>
                  <a:pt x="34637" y="207818"/>
                </a:lnTo>
                <a:cubicBezTo>
                  <a:pt x="15520" y="207818"/>
                  <a:pt x="0" y="192298"/>
                  <a:pt x="0" y="173181"/>
                </a:cubicBezTo>
                <a:lnTo>
                  <a:pt x="0" y="34637"/>
                </a:lnTo>
                <a:cubicBezTo>
                  <a:pt x="0" y="15520"/>
                  <a:pt x="15520" y="0"/>
                  <a:pt x="34637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59011" y="2926773"/>
            <a:ext cx="11256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8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62500" y="2909455"/>
            <a:ext cx="536864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1807" y="3251489"/>
            <a:ext cx="3368386" cy="355023"/>
          </a:xfrm>
          <a:custGeom>
            <a:avLst/>
            <a:gdLst/>
            <a:ahLst/>
            <a:cxnLst/>
            <a:rect l="l" t="t" r="r" b="b"/>
            <a:pathLst>
              <a:path w="3368386" h="355023">
                <a:moveTo>
                  <a:pt x="69272" y="0"/>
                </a:moveTo>
                <a:lnTo>
                  <a:pt x="3299114" y="0"/>
                </a:lnTo>
                <a:cubicBezTo>
                  <a:pt x="3337347" y="0"/>
                  <a:pt x="3368386" y="31040"/>
                  <a:pt x="3368386" y="69272"/>
                </a:cubicBezTo>
                <a:lnTo>
                  <a:pt x="3368386" y="285751"/>
                </a:lnTo>
                <a:cubicBezTo>
                  <a:pt x="3368386" y="324009"/>
                  <a:pt x="3337372" y="355023"/>
                  <a:pt x="3299114" y="355023"/>
                </a:cubicBezTo>
                <a:lnTo>
                  <a:pt x="69272" y="355023"/>
                </a:lnTo>
                <a:cubicBezTo>
                  <a:pt x="31040" y="355023"/>
                  <a:pt x="0" y="323983"/>
                  <a:pt x="0" y="285751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5409" y="332509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34637" y="0"/>
                </a:moveTo>
                <a:lnTo>
                  <a:pt x="173181" y="0"/>
                </a:lnTo>
                <a:cubicBezTo>
                  <a:pt x="192298" y="0"/>
                  <a:pt x="207818" y="15520"/>
                  <a:pt x="207818" y="34637"/>
                </a:cubicBezTo>
                <a:lnTo>
                  <a:pt x="207818" y="173181"/>
                </a:lnTo>
                <a:cubicBezTo>
                  <a:pt x="207818" y="192311"/>
                  <a:pt x="192311" y="207818"/>
                  <a:pt x="173181" y="207818"/>
                </a:cubicBezTo>
                <a:lnTo>
                  <a:pt x="34637" y="207818"/>
                </a:lnTo>
                <a:cubicBezTo>
                  <a:pt x="15520" y="207818"/>
                  <a:pt x="0" y="192298"/>
                  <a:pt x="0" y="173181"/>
                </a:cubicBezTo>
                <a:lnTo>
                  <a:pt x="0" y="34637"/>
                </a:lnTo>
                <a:cubicBezTo>
                  <a:pt x="0" y="15520"/>
                  <a:pt x="15520" y="0"/>
                  <a:pt x="34637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59011" y="3359727"/>
            <a:ext cx="112568" cy="13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8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62500" y="3342409"/>
            <a:ext cx="658091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9239" y="1216602"/>
            <a:ext cx="3732068" cy="3039341"/>
          </a:xfrm>
          <a:custGeom>
            <a:avLst/>
            <a:gdLst/>
            <a:ahLst/>
            <a:cxnLst/>
            <a:rect l="l" t="t" r="r" b="b"/>
            <a:pathLst>
              <a:path w="3732068" h="3039341">
                <a:moveTo>
                  <a:pt x="103915" y="0"/>
                </a:moveTo>
                <a:lnTo>
                  <a:pt x="3628153" y="0"/>
                </a:lnTo>
                <a:cubicBezTo>
                  <a:pt x="3685544" y="0"/>
                  <a:pt x="3732068" y="46524"/>
                  <a:pt x="3732068" y="103915"/>
                </a:cubicBezTo>
                <a:lnTo>
                  <a:pt x="3732068" y="2935426"/>
                </a:lnTo>
                <a:cubicBezTo>
                  <a:pt x="3732068" y="2992817"/>
                  <a:pt x="3685544" y="3039341"/>
                  <a:pt x="3628153" y="3039341"/>
                </a:cubicBezTo>
                <a:lnTo>
                  <a:pt x="103915" y="3039341"/>
                </a:lnTo>
                <a:cubicBezTo>
                  <a:pt x="46524" y="3039341"/>
                  <a:pt x="0" y="2992817"/>
                  <a:pt x="0" y="2935426"/>
                </a:cubicBezTo>
                <a:lnTo>
                  <a:pt x="0" y="103915"/>
                </a:lnTo>
                <a:cubicBezTo>
                  <a:pt x="0" y="46524"/>
                  <a:pt x="46524" y="0"/>
                  <a:pt x="1039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6750" y="1394114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03909" y="0"/>
                </a:moveTo>
                <a:lnTo>
                  <a:pt x="311727" y="0"/>
                </a:lnTo>
                <a:cubicBezTo>
                  <a:pt x="369115" y="0"/>
                  <a:pt x="415636" y="46522"/>
                  <a:pt x="415636" y="103909"/>
                </a:cubicBezTo>
                <a:lnTo>
                  <a:pt x="415636" y="311727"/>
                </a:lnTo>
                <a:cubicBezTo>
                  <a:pt x="415636" y="369115"/>
                  <a:pt x="369115" y="415636"/>
                  <a:pt x="311727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07977" y="1515341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170814" y="92341"/>
                </a:moveTo>
                <a:cubicBezTo>
                  <a:pt x="173994" y="89162"/>
                  <a:pt x="173994" y="84020"/>
                  <a:pt x="170814" y="80875"/>
                </a:cubicBezTo>
                <a:lnTo>
                  <a:pt x="122107" y="32133"/>
                </a:lnTo>
                <a:cubicBezTo>
                  <a:pt x="119773" y="29799"/>
                  <a:pt x="116289" y="29123"/>
                  <a:pt x="113245" y="30374"/>
                </a:cubicBezTo>
                <a:cubicBezTo>
                  <a:pt x="110200" y="31626"/>
                  <a:pt x="108239" y="34603"/>
                  <a:pt x="108239" y="37884"/>
                </a:cubicBezTo>
                <a:lnTo>
                  <a:pt x="108239" y="64943"/>
                </a:lnTo>
                <a:lnTo>
                  <a:pt x="70355" y="64943"/>
                </a:lnTo>
                <a:cubicBezTo>
                  <a:pt x="61392" y="64943"/>
                  <a:pt x="54119" y="72215"/>
                  <a:pt x="54119" y="81179"/>
                </a:cubicBezTo>
                <a:lnTo>
                  <a:pt x="54119" y="92003"/>
                </a:lnTo>
                <a:cubicBezTo>
                  <a:pt x="54119" y="100966"/>
                  <a:pt x="61392" y="108239"/>
                  <a:pt x="70355" y="108239"/>
                </a:cubicBezTo>
                <a:lnTo>
                  <a:pt x="108239" y="108239"/>
                </a:lnTo>
                <a:lnTo>
                  <a:pt x="108239" y="135298"/>
                </a:lnTo>
                <a:cubicBezTo>
                  <a:pt x="108239" y="138579"/>
                  <a:pt x="110200" y="141556"/>
                  <a:pt x="113245" y="142807"/>
                </a:cubicBezTo>
                <a:cubicBezTo>
                  <a:pt x="116289" y="144059"/>
                  <a:pt x="119773" y="143382"/>
                  <a:pt x="122107" y="141048"/>
                </a:cubicBezTo>
                <a:lnTo>
                  <a:pt x="170814" y="92341"/>
                </a:lnTo>
                <a:close/>
                <a:moveTo>
                  <a:pt x="54119" y="32472"/>
                </a:moveTo>
                <a:cubicBezTo>
                  <a:pt x="60106" y="32472"/>
                  <a:pt x="64943" y="27635"/>
                  <a:pt x="64943" y="21648"/>
                </a:cubicBezTo>
                <a:cubicBezTo>
                  <a:pt x="64943" y="15661"/>
                  <a:pt x="60106" y="10824"/>
                  <a:pt x="54119" y="10824"/>
                </a:cubicBezTo>
                <a:lnTo>
                  <a:pt x="32472" y="10824"/>
                </a:lnTo>
                <a:cubicBezTo>
                  <a:pt x="14545" y="10824"/>
                  <a:pt x="0" y="25368"/>
                  <a:pt x="0" y="43295"/>
                </a:cubicBezTo>
                <a:lnTo>
                  <a:pt x="0" y="129886"/>
                </a:lnTo>
                <a:cubicBezTo>
                  <a:pt x="0" y="147813"/>
                  <a:pt x="14545" y="162358"/>
                  <a:pt x="32472" y="162358"/>
                </a:cubicBezTo>
                <a:lnTo>
                  <a:pt x="54119" y="162358"/>
                </a:lnTo>
                <a:cubicBezTo>
                  <a:pt x="60106" y="162358"/>
                  <a:pt x="64943" y="157521"/>
                  <a:pt x="64943" y="151534"/>
                </a:cubicBezTo>
                <a:cubicBezTo>
                  <a:pt x="64943" y="145547"/>
                  <a:pt x="60106" y="140710"/>
                  <a:pt x="54119" y="140710"/>
                </a:cubicBezTo>
                <a:lnTo>
                  <a:pt x="32472" y="140710"/>
                </a:lnTo>
                <a:cubicBezTo>
                  <a:pt x="26485" y="140710"/>
                  <a:pt x="21648" y="135873"/>
                  <a:pt x="21648" y="129886"/>
                </a:cubicBezTo>
                <a:lnTo>
                  <a:pt x="21648" y="43295"/>
                </a:lnTo>
                <a:cubicBezTo>
                  <a:pt x="21648" y="37309"/>
                  <a:pt x="26485" y="32472"/>
                  <a:pt x="32472" y="32472"/>
                </a:cubicBezTo>
                <a:lnTo>
                  <a:pt x="54119" y="32472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4" name="Text 42"/>
          <p:cNvSpPr/>
          <p:nvPr/>
        </p:nvSpPr>
        <p:spPr>
          <a:xfrm>
            <a:off x="8806295" y="1480705"/>
            <a:ext cx="63211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91080" y="1952625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6636" y="2104159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60614" y="113651"/>
                </a:moveTo>
                <a:cubicBezTo>
                  <a:pt x="94093" y="113651"/>
                  <a:pt x="121227" y="88198"/>
                  <a:pt x="121227" y="56825"/>
                </a:cubicBezTo>
                <a:cubicBezTo>
                  <a:pt x="121227" y="25453"/>
                  <a:pt x="94093" y="0"/>
                  <a:pt x="60614" y="0"/>
                </a:cubicBezTo>
                <a:cubicBezTo>
                  <a:pt x="27134" y="0"/>
                  <a:pt x="0" y="25453"/>
                  <a:pt x="0" y="56825"/>
                </a:cubicBezTo>
                <a:cubicBezTo>
                  <a:pt x="0" y="69682"/>
                  <a:pt x="4546" y="81521"/>
                  <a:pt x="12217" y="91039"/>
                </a:cubicBezTo>
                <a:lnTo>
                  <a:pt x="663" y="112893"/>
                </a:lnTo>
                <a:cubicBezTo>
                  <a:pt x="-474" y="115024"/>
                  <a:pt x="-118" y="117628"/>
                  <a:pt x="1515" y="119404"/>
                </a:cubicBezTo>
                <a:cubicBezTo>
                  <a:pt x="3149" y="121180"/>
                  <a:pt x="5730" y="121724"/>
                  <a:pt x="7932" y="120777"/>
                </a:cubicBezTo>
                <a:lnTo>
                  <a:pt x="35966" y="108773"/>
                </a:lnTo>
                <a:cubicBezTo>
                  <a:pt x="43495" y="111898"/>
                  <a:pt x="51829" y="113651"/>
                  <a:pt x="60614" y="113651"/>
                </a:cubicBezTo>
                <a:close/>
                <a:moveTo>
                  <a:pt x="30307" y="49249"/>
                </a:moveTo>
                <a:cubicBezTo>
                  <a:pt x="34489" y="49249"/>
                  <a:pt x="37884" y="52644"/>
                  <a:pt x="37884" y="56825"/>
                </a:cubicBezTo>
                <a:cubicBezTo>
                  <a:pt x="37884" y="61007"/>
                  <a:pt x="34489" y="64402"/>
                  <a:pt x="30307" y="64402"/>
                </a:cubicBezTo>
                <a:cubicBezTo>
                  <a:pt x="26125" y="64402"/>
                  <a:pt x="22730" y="61007"/>
                  <a:pt x="22730" y="56825"/>
                </a:cubicBezTo>
                <a:cubicBezTo>
                  <a:pt x="22730" y="52644"/>
                  <a:pt x="26125" y="49249"/>
                  <a:pt x="30307" y="49249"/>
                </a:cubicBezTo>
                <a:close/>
                <a:moveTo>
                  <a:pt x="60614" y="49249"/>
                </a:moveTo>
                <a:cubicBezTo>
                  <a:pt x="64795" y="49249"/>
                  <a:pt x="68190" y="52644"/>
                  <a:pt x="68190" y="56825"/>
                </a:cubicBezTo>
                <a:cubicBezTo>
                  <a:pt x="68190" y="61007"/>
                  <a:pt x="64795" y="64402"/>
                  <a:pt x="60614" y="64402"/>
                </a:cubicBezTo>
                <a:cubicBezTo>
                  <a:pt x="56432" y="64402"/>
                  <a:pt x="53037" y="61007"/>
                  <a:pt x="53037" y="56825"/>
                </a:cubicBezTo>
                <a:cubicBezTo>
                  <a:pt x="53037" y="52644"/>
                  <a:pt x="56432" y="49249"/>
                  <a:pt x="60614" y="49249"/>
                </a:cubicBezTo>
                <a:close/>
                <a:moveTo>
                  <a:pt x="83344" y="56825"/>
                </a:moveTo>
                <a:cubicBezTo>
                  <a:pt x="83344" y="52644"/>
                  <a:pt x="86739" y="49249"/>
                  <a:pt x="90920" y="49249"/>
                </a:cubicBezTo>
                <a:cubicBezTo>
                  <a:pt x="95102" y="49249"/>
                  <a:pt x="98497" y="52644"/>
                  <a:pt x="98497" y="56825"/>
                </a:cubicBezTo>
                <a:cubicBezTo>
                  <a:pt x="98497" y="61007"/>
                  <a:pt x="95102" y="64402"/>
                  <a:pt x="90920" y="64402"/>
                </a:cubicBezTo>
                <a:cubicBezTo>
                  <a:pt x="86739" y="64402"/>
                  <a:pt x="83344" y="61007"/>
                  <a:pt x="83344" y="5682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7" name="Text 45"/>
          <p:cNvSpPr/>
          <p:nvPr/>
        </p:nvSpPr>
        <p:spPr>
          <a:xfrm>
            <a:off x="8620125" y="2060864"/>
            <a:ext cx="75334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99318" y="2303318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Réponse contextualisée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91080" y="2697307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6636" y="2848841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60614" y="121227"/>
                </a:moveTo>
                <a:cubicBezTo>
                  <a:pt x="94067" y="121227"/>
                  <a:pt x="121227" y="94067"/>
                  <a:pt x="121227" y="60614"/>
                </a:cubicBezTo>
                <a:cubicBezTo>
                  <a:pt x="121227" y="27160"/>
                  <a:pt x="94067" y="0"/>
                  <a:pt x="60614" y="0"/>
                </a:cubicBezTo>
                <a:cubicBezTo>
                  <a:pt x="27160" y="0"/>
                  <a:pt x="0" y="27160"/>
                  <a:pt x="0" y="60614"/>
                </a:cubicBezTo>
                <a:cubicBezTo>
                  <a:pt x="0" y="94067"/>
                  <a:pt x="27160" y="121227"/>
                  <a:pt x="60614" y="121227"/>
                </a:cubicBezTo>
                <a:close/>
                <a:moveTo>
                  <a:pt x="60614" y="41672"/>
                </a:moveTo>
                <a:cubicBezTo>
                  <a:pt x="56423" y="41672"/>
                  <a:pt x="53037" y="45058"/>
                  <a:pt x="53037" y="49249"/>
                </a:cubicBezTo>
                <a:cubicBezTo>
                  <a:pt x="53037" y="52398"/>
                  <a:pt x="50503" y="54931"/>
                  <a:pt x="47354" y="54931"/>
                </a:cubicBezTo>
                <a:cubicBezTo>
                  <a:pt x="44205" y="54931"/>
                  <a:pt x="41672" y="52398"/>
                  <a:pt x="41672" y="49249"/>
                </a:cubicBezTo>
                <a:cubicBezTo>
                  <a:pt x="41672" y="38783"/>
                  <a:pt x="50148" y="30307"/>
                  <a:pt x="60614" y="30307"/>
                </a:cubicBezTo>
                <a:cubicBezTo>
                  <a:pt x="71079" y="30307"/>
                  <a:pt x="79555" y="38783"/>
                  <a:pt x="79555" y="49249"/>
                </a:cubicBezTo>
                <a:cubicBezTo>
                  <a:pt x="79555" y="60424"/>
                  <a:pt x="71032" y="65160"/>
                  <a:pt x="66296" y="66888"/>
                </a:cubicBezTo>
                <a:lnTo>
                  <a:pt x="66296" y="67788"/>
                </a:lnTo>
                <a:cubicBezTo>
                  <a:pt x="66296" y="70937"/>
                  <a:pt x="63763" y="73470"/>
                  <a:pt x="60614" y="73470"/>
                </a:cubicBezTo>
                <a:cubicBezTo>
                  <a:pt x="57465" y="73470"/>
                  <a:pt x="54931" y="70937"/>
                  <a:pt x="54931" y="67788"/>
                </a:cubicBezTo>
                <a:lnTo>
                  <a:pt x="54931" y="65870"/>
                </a:lnTo>
                <a:cubicBezTo>
                  <a:pt x="54931" y="61016"/>
                  <a:pt x="58435" y="57536"/>
                  <a:pt x="62058" y="56352"/>
                </a:cubicBezTo>
                <a:cubicBezTo>
                  <a:pt x="63573" y="55855"/>
                  <a:pt x="65183" y="55049"/>
                  <a:pt x="66367" y="53913"/>
                </a:cubicBezTo>
                <a:cubicBezTo>
                  <a:pt x="67385" y="52919"/>
                  <a:pt x="68190" y="51545"/>
                  <a:pt x="68190" y="49272"/>
                </a:cubicBezTo>
                <a:cubicBezTo>
                  <a:pt x="68190" y="45081"/>
                  <a:pt x="64805" y="41696"/>
                  <a:pt x="60614" y="41696"/>
                </a:cubicBezTo>
                <a:close/>
                <a:moveTo>
                  <a:pt x="53037" y="87132"/>
                </a:moveTo>
                <a:cubicBezTo>
                  <a:pt x="53037" y="82950"/>
                  <a:pt x="56432" y="79555"/>
                  <a:pt x="60614" y="79555"/>
                </a:cubicBezTo>
                <a:cubicBezTo>
                  <a:pt x="64795" y="79555"/>
                  <a:pt x="68190" y="82950"/>
                  <a:pt x="68190" y="87132"/>
                </a:cubicBezTo>
                <a:cubicBezTo>
                  <a:pt x="68190" y="91314"/>
                  <a:pt x="64795" y="94709"/>
                  <a:pt x="60614" y="94709"/>
                </a:cubicBezTo>
                <a:cubicBezTo>
                  <a:pt x="56432" y="94709"/>
                  <a:pt x="53037" y="91314"/>
                  <a:pt x="53037" y="87132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8620125" y="2805545"/>
            <a:ext cx="3463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99318" y="3048000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générées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91080" y="3441989"/>
            <a:ext cx="3368386" cy="632114"/>
          </a:xfrm>
          <a:custGeom>
            <a:avLst/>
            <a:gdLst/>
            <a:ahLst/>
            <a:cxnLst/>
            <a:rect l="l" t="t" r="r" b="b"/>
            <a:pathLst>
              <a:path w="3368386" h="632114">
                <a:moveTo>
                  <a:pt x="69273" y="0"/>
                </a:moveTo>
                <a:lnTo>
                  <a:pt x="3299113" y="0"/>
                </a:lnTo>
                <a:cubicBezTo>
                  <a:pt x="3337372" y="0"/>
                  <a:pt x="3368386" y="31015"/>
                  <a:pt x="3368386" y="69273"/>
                </a:cubicBezTo>
                <a:lnTo>
                  <a:pt x="3368386" y="562840"/>
                </a:lnTo>
                <a:cubicBezTo>
                  <a:pt x="3368386" y="601099"/>
                  <a:pt x="3337372" y="632114"/>
                  <a:pt x="3299113" y="632114"/>
                </a:cubicBezTo>
                <a:lnTo>
                  <a:pt x="69273" y="632114"/>
                </a:lnTo>
                <a:cubicBezTo>
                  <a:pt x="31040" y="632114"/>
                  <a:pt x="0" y="601073"/>
                  <a:pt x="0" y="562840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6636" y="3593523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7577" y="7577"/>
                </a:moveTo>
                <a:cubicBezTo>
                  <a:pt x="11768" y="7577"/>
                  <a:pt x="15153" y="10963"/>
                  <a:pt x="15153" y="15153"/>
                </a:cubicBezTo>
                <a:lnTo>
                  <a:pt x="15153" y="94709"/>
                </a:lnTo>
                <a:cubicBezTo>
                  <a:pt x="15153" y="96792"/>
                  <a:pt x="16858" y="98497"/>
                  <a:pt x="18942" y="98497"/>
                </a:cubicBezTo>
                <a:lnTo>
                  <a:pt x="113651" y="98497"/>
                </a:lnTo>
                <a:cubicBezTo>
                  <a:pt x="117841" y="98497"/>
                  <a:pt x="121227" y="101883"/>
                  <a:pt x="121227" y="106074"/>
                </a:cubicBezTo>
                <a:cubicBezTo>
                  <a:pt x="121227" y="110265"/>
                  <a:pt x="117841" y="113651"/>
                  <a:pt x="113651" y="113651"/>
                </a:cubicBezTo>
                <a:lnTo>
                  <a:pt x="18942" y="113651"/>
                </a:lnTo>
                <a:cubicBezTo>
                  <a:pt x="8476" y="113651"/>
                  <a:pt x="0" y="105174"/>
                  <a:pt x="0" y="94709"/>
                </a:cubicBezTo>
                <a:lnTo>
                  <a:pt x="0" y="15153"/>
                </a:lnTo>
                <a:cubicBezTo>
                  <a:pt x="0" y="10963"/>
                  <a:pt x="3386" y="7577"/>
                  <a:pt x="7577" y="7577"/>
                </a:cubicBezTo>
                <a:close/>
                <a:moveTo>
                  <a:pt x="30307" y="22730"/>
                </a:moveTo>
                <a:cubicBezTo>
                  <a:pt x="30307" y="18539"/>
                  <a:pt x="33693" y="15153"/>
                  <a:pt x="37884" y="15153"/>
                </a:cubicBezTo>
                <a:lnTo>
                  <a:pt x="83344" y="15153"/>
                </a:lnTo>
                <a:cubicBezTo>
                  <a:pt x="87535" y="15153"/>
                  <a:pt x="90920" y="18539"/>
                  <a:pt x="90920" y="22730"/>
                </a:cubicBezTo>
                <a:cubicBezTo>
                  <a:pt x="90920" y="26921"/>
                  <a:pt x="87535" y="30307"/>
                  <a:pt x="83344" y="30307"/>
                </a:cubicBezTo>
                <a:lnTo>
                  <a:pt x="37884" y="30307"/>
                </a:lnTo>
                <a:cubicBezTo>
                  <a:pt x="33693" y="30307"/>
                  <a:pt x="30307" y="26921"/>
                  <a:pt x="30307" y="22730"/>
                </a:cubicBezTo>
                <a:close/>
                <a:moveTo>
                  <a:pt x="37884" y="41672"/>
                </a:moveTo>
                <a:lnTo>
                  <a:pt x="68190" y="41672"/>
                </a:lnTo>
                <a:cubicBezTo>
                  <a:pt x="72381" y="41672"/>
                  <a:pt x="75767" y="45058"/>
                  <a:pt x="75767" y="49249"/>
                </a:cubicBezTo>
                <a:cubicBezTo>
                  <a:pt x="75767" y="53439"/>
                  <a:pt x="72381" y="56825"/>
                  <a:pt x="68190" y="56825"/>
                </a:cubicBezTo>
                <a:lnTo>
                  <a:pt x="37884" y="56825"/>
                </a:lnTo>
                <a:cubicBezTo>
                  <a:pt x="33693" y="56825"/>
                  <a:pt x="30307" y="53439"/>
                  <a:pt x="30307" y="49249"/>
                </a:cubicBezTo>
                <a:cubicBezTo>
                  <a:pt x="30307" y="45058"/>
                  <a:pt x="33693" y="41672"/>
                  <a:pt x="37884" y="41672"/>
                </a:cubicBezTo>
                <a:close/>
                <a:moveTo>
                  <a:pt x="37884" y="68190"/>
                </a:moveTo>
                <a:lnTo>
                  <a:pt x="98497" y="68190"/>
                </a:lnTo>
                <a:cubicBezTo>
                  <a:pt x="102688" y="68190"/>
                  <a:pt x="106074" y="71576"/>
                  <a:pt x="106074" y="75767"/>
                </a:cubicBezTo>
                <a:cubicBezTo>
                  <a:pt x="106074" y="79958"/>
                  <a:pt x="102688" y="83344"/>
                  <a:pt x="98497" y="83344"/>
                </a:cubicBezTo>
                <a:lnTo>
                  <a:pt x="37884" y="83344"/>
                </a:lnTo>
                <a:cubicBezTo>
                  <a:pt x="33693" y="83344"/>
                  <a:pt x="30307" y="79958"/>
                  <a:pt x="30307" y="75767"/>
                </a:cubicBezTo>
                <a:cubicBezTo>
                  <a:pt x="30307" y="71576"/>
                  <a:pt x="33693" y="68190"/>
                  <a:pt x="37884" y="6819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5" name="Text 53"/>
          <p:cNvSpPr/>
          <p:nvPr/>
        </p:nvSpPr>
        <p:spPr>
          <a:xfrm>
            <a:off x="8620125" y="3550227"/>
            <a:ext cx="4329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99318" y="3792682"/>
            <a:ext cx="3212523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des lacunes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50693" y="4403148"/>
            <a:ext cx="11490614" cy="2450523"/>
          </a:xfrm>
          <a:custGeom>
            <a:avLst/>
            <a:gdLst/>
            <a:ahLst/>
            <a:cxnLst/>
            <a:rect l="l" t="t" r="r" b="b"/>
            <a:pathLst>
              <a:path w="11490614" h="2450523">
                <a:moveTo>
                  <a:pt x="103902" y="0"/>
                </a:moveTo>
                <a:lnTo>
                  <a:pt x="11386711" y="0"/>
                </a:lnTo>
                <a:cubicBezTo>
                  <a:pt x="11444095" y="0"/>
                  <a:pt x="11490614" y="46519"/>
                  <a:pt x="11490614" y="103902"/>
                </a:cubicBezTo>
                <a:lnTo>
                  <a:pt x="11490614" y="2346621"/>
                </a:lnTo>
                <a:cubicBezTo>
                  <a:pt x="11490614" y="2404004"/>
                  <a:pt x="11444095" y="2450523"/>
                  <a:pt x="11386711" y="2450523"/>
                </a:cubicBezTo>
                <a:lnTo>
                  <a:pt x="103902" y="2450523"/>
                </a:lnTo>
                <a:cubicBezTo>
                  <a:pt x="46519" y="2450523"/>
                  <a:pt x="0" y="2404004"/>
                  <a:pt x="0" y="2346621"/>
                </a:cubicBezTo>
                <a:lnTo>
                  <a:pt x="0" y="103902"/>
                </a:lnTo>
                <a:cubicBezTo>
                  <a:pt x="0" y="46557"/>
                  <a:pt x="46557" y="0"/>
                  <a:pt x="1039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0111" y="4623955"/>
            <a:ext cx="175347" cy="155864"/>
          </a:xfrm>
          <a:custGeom>
            <a:avLst/>
            <a:gdLst/>
            <a:ahLst/>
            <a:cxnLst/>
            <a:rect l="l" t="t" r="r" b="b"/>
            <a:pathLst>
              <a:path w="175347" h="155864">
                <a:moveTo>
                  <a:pt x="109835" y="365"/>
                </a:moveTo>
                <a:cubicBezTo>
                  <a:pt x="104660" y="-1126"/>
                  <a:pt x="99272" y="1887"/>
                  <a:pt x="97780" y="7063"/>
                </a:cubicBezTo>
                <a:lnTo>
                  <a:pt x="58814" y="143443"/>
                </a:lnTo>
                <a:cubicBezTo>
                  <a:pt x="57323" y="148618"/>
                  <a:pt x="60336" y="154007"/>
                  <a:pt x="65511" y="155498"/>
                </a:cubicBezTo>
                <a:cubicBezTo>
                  <a:pt x="70687" y="156990"/>
                  <a:pt x="76075" y="153976"/>
                  <a:pt x="77567" y="148801"/>
                </a:cubicBezTo>
                <a:lnTo>
                  <a:pt x="116532" y="12420"/>
                </a:lnTo>
                <a:cubicBezTo>
                  <a:pt x="118024" y="7245"/>
                  <a:pt x="115010" y="1857"/>
                  <a:pt x="109835" y="365"/>
                </a:cubicBezTo>
                <a:close/>
                <a:moveTo>
                  <a:pt x="129501" y="41797"/>
                </a:moveTo>
                <a:cubicBezTo>
                  <a:pt x="125695" y="45602"/>
                  <a:pt x="125695" y="51782"/>
                  <a:pt x="129501" y="55587"/>
                </a:cubicBezTo>
                <a:lnTo>
                  <a:pt x="151845" y="77932"/>
                </a:lnTo>
                <a:lnTo>
                  <a:pt x="129501" y="100276"/>
                </a:lnTo>
                <a:cubicBezTo>
                  <a:pt x="125695" y="104082"/>
                  <a:pt x="125695" y="110261"/>
                  <a:pt x="129501" y="114067"/>
                </a:cubicBezTo>
                <a:cubicBezTo>
                  <a:pt x="133306" y="117872"/>
                  <a:pt x="139486" y="117872"/>
                  <a:pt x="143291" y="114067"/>
                </a:cubicBezTo>
                <a:lnTo>
                  <a:pt x="172515" y="84842"/>
                </a:lnTo>
                <a:cubicBezTo>
                  <a:pt x="176321" y="81037"/>
                  <a:pt x="176321" y="74857"/>
                  <a:pt x="172515" y="71052"/>
                </a:cubicBezTo>
                <a:lnTo>
                  <a:pt x="143291" y="41827"/>
                </a:lnTo>
                <a:cubicBezTo>
                  <a:pt x="139486" y="38022"/>
                  <a:pt x="133306" y="38022"/>
                  <a:pt x="129501" y="41827"/>
                </a:cubicBezTo>
                <a:close/>
                <a:moveTo>
                  <a:pt x="45876" y="41797"/>
                </a:moveTo>
                <a:cubicBezTo>
                  <a:pt x="42071" y="37992"/>
                  <a:pt x="35891" y="37992"/>
                  <a:pt x="32086" y="41797"/>
                </a:cubicBezTo>
                <a:lnTo>
                  <a:pt x="2862" y="71021"/>
                </a:lnTo>
                <a:cubicBezTo>
                  <a:pt x="-944" y="74827"/>
                  <a:pt x="-944" y="81006"/>
                  <a:pt x="2862" y="84812"/>
                </a:cubicBezTo>
                <a:lnTo>
                  <a:pt x="32086" y="114036"/>
                </a:lnTo>
                <a:cubicBezTo>
                  <a:pt x="35891" y="117841"/>
                  <a:pt x="42071" y="117841"/>
                  <a:pt x="45876" y="114036"/>
                </a:cubicBezTo>
                <a:cubicBezTo>
                  <a:pt x="49682" y="110231"/>
                  <a:pt x="49682" y="104051"/>
                  <a:pt x="45876" y="100246"/>
                </a:cubicBezTo>
                <a:lnTo>
                  <a:pt x="23532" y="77932"/>
                </a:lnTo>
                <a:lnTo>
                  <a:pt x="45846" y="55587"/>
                </a:lnTo>
                <a:cubicBezTo>
                  <a:pt x="49651" y="51782"/>
                  <a:pt x="49651" y="45602"/>
                  <a:pt x="45846" y="4179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727364" y="4580659"/>
            <a:ext cx="1101436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Pseudo-Code Simplifié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32534" y="4931352"/>
            <a:ext cx="11126932" cy="1740477"/>
          </a:xfrm>
          <a:custGeom>
            <a:avLst/>
            <a:gdLst/>
            <a:ahLst/>
            <a:cxnLst/>
            <a:rect l="l" t="t" r="r" b="b"/>
            <a:pathLst>
              <a:path w="11126932" h="1740477">
                <a:moveTo>
                  <a:pt x="69271" y="0"/>
                </a:moveTo>
                <a:lnTo>
                  <a:pt x="11057661" y="0"/>
                </a:lnTo>
                <a:cubicBezTo>
                  <a:pt x="11095918" y="0"/>
                  <a:pt x="11126932" y="31014"/>
                  <a:pt x="11126932" y="69271"/>
                </a:cubicBezTo>
                <a:lnTo>
                  <a:pt x="11126932" y="1671206"/>
                </a:lnTo>
                <a:cubicBezTo>
                  <a:pt x="11126932" y="1709464"/>
                  <a:pt x="11095918" y="1740477"/>
                  <a:pt x="11057661" y="1740477"/>
                </a:cubicBezTo>
                <a:lnTo>
                  <a:pt x="69271" y="1740477"/>
                </a:lnTo>
                <a:cubicBezTo>
                  <a:pt x="31014" y="1740477"/>
                  <a:pt x="0" y="1709464"/>
                  <a:pt x="0" y="1671206"/>
                </a:cubicBezTo>
                <a:lnTo>
                  <a:pt x="0" y="69271"/>
                </a:lnTo>
                <a:cubicBezTo>
                  <a:pt x="0" y="31014"/>
                  <a:pt x="31014" y="0"/>
                  <a:pt x="69271" y="0"/>
                </a:cubicBezTo>
                <a:close/>
              </a:path>
            </a:pathLst>
          </a:custGeom>
          <a:solidFill>
            <a:srgbClr val="1A1D24"/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5409" y="5074227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Phase 1: Préparation (une fois)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5409" y="5247409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 = 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5C6B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parse_pdf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(file)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5409" y="5420591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vectors = 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5C6B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(chunks)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5409" y="5593773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5C6B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(vectors, db=ChromaDB)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5409" y="5836227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Phase 2: Requête (à chaque question)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5409" y="6009409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 = 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FFD5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user_input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5409" y="6182591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relevant = 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5C6B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(query, k=5)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75409" y="6355773"/>
            <a:ext cx="1090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= 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FFD5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</a:t>
            </a:r>
            <a:pPr>
              <a:lnSpc>
                <a:spcPct val="120000"/>
              </a:lnSpc>
            </a:pPr>
            <a:r>
              <a:rPr lang="en-US" sz="95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(query, context=relevant)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spc="99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COMPRENDRE LA TECHNOLOGIE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les Embeddings 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082931"/>
            <a:ext cx="866345" cy="36098"/>
          </a:xfrm>
          <a:custGeom>
            <a:avLst/>
            <a:gdLst/>
            <a:ahLst/>
            <a:cxnLst/>
            <a:rect l="l" t="t" r="r" b="b"/>
            <a:pathLst>
              <a:path w="866345" h="36098">
                <a:moveTo>
                  <a:pt x="0" y="0"/>
                </a:moveTo>
                <a:lnTo>
                  <a:pt x="866345" y="0"/>
                </a:lnTo>
                <a:lnTo>
                  <a:pt x="86634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65489" y="1267932"/>
            <a:ext cx="7526372" cy="2535864"/>
          </a:xfrm>
          <a:custGeom>
            <a:avLst/>
            <a:gdLst/>
            <a:ahLst/>
            <a:cxnLst/>
            <a:rect l="l" t="t" r="r" b="b"/>
            <a:pathLst>
              <a:path w="7526372" h="2535864">
                <a:moveTo>
                  <a:pt x="108281" y="0"/>
                </a:moveTo>
                <a:lnTo>
                  <a:pt x="7418090" y="0"/>
                </a:lnTo>
                <a:cubicBezTo>
                  <a:pt x="7477892" y="0"/>
                  <a:pt x="7526372" y="48479"/>
                  <a:pt x="7526372" y="108281"/>
                </a:cubicBezTo>
                <a:lnTo>
                  <a:pt x="7526372" y="2427582"/>
                </a:lnTo>
                <a:cubicBezTo>
                  <a:pt x="7526372" y="2487385"/>
                  <a:pt x="7477892" y="2535864"/>
                  <a:pt x="7418090" y="2535864"/>
                </a:cubicBezTo>
                <a:lnTo>
                  <a:pt x="108281" y="2535864"/>
                </a:lnTo>
                <a:cubicBezTo>
                  <a:pt x="48479" y="2535864"/>
                  <a:pt x="0" y="2487385"/>
                  <a:pt x="0" y="2427582"/>
                </a:cubicBezTo>
                <a:lnTo>
                  <a:pt x="0" y="108281"/>
                </a:lnTo>
                <a:cubicBezTo>
                  <a:pt x="0" y="48519"/>
                  <a:pt x="48519" y="0"/>
                  <a:pt x="108281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490" y="1452933"/>
            <a:ext cx="505368" cy="505368"/>
          </a:xfrm>
          <a:custGeom>
            <a:avLst/>
            <a:gdLst/>
            <a:ahLst/>
            <a:cxnLst/>
            <a:rect l="l" t="t" r="r" b="b"/>
            <a:pathLst>
              <a:path w="505368" h="505368">
                <a:moveTo>
                  <a:pt x="108295" y="0"/>
                </a:moveTo>
                <a:lnTo>
                  <a:pt x="397073" y="0"/>
                </a:lnTo>
                <a:cubicBezTo>
                  <a:pt x="456882" y="0"/>
                  <a:pt x="505368" y="48485"/>
                  <a:pt x="505368" y="108295"/>
                </a:cubicBezTo>
                <a:lnTo>
                  <a:pt x="505368" y="397073"/>
                </a:lnTo>
                <a:cubicBezTo>
                  <a:pt x="505368" y="456882"/>
                  <a:pt x="456882" y="505368"/>
                  <a:pt x="397073" y="505368"/>
                </a:cubicBezTo>
                <a:lnTo>
                  <a:pt x="108295" y="505368"/>
                </a:lnTo>
                <a:cubicBezTo>
                  <a:pt x="48485" y="505368"/>
                  <a:pt x="0" y="456882"/>
                  <a:pt x="0" y="39707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4881" y="1597323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75976" y="87988"/>
                </a:moveTo>
                <a:cubicBezTo>
                  <a:pt x="175976" y="107405"/>
                  <a:pt x="169673" y="125341"/>
                  <a:pt x="159056" y="139893"/>
                </a:cubicBezTo>
                <a:lnTo>
                  <a:pt x="212610" y="193489"/>
                </a:lnTo>
                <a:cubicBezTo>
                  <a:pt x="217898" y="198777"/>
                  <a:pt x="217898" y="207364"/>
                  <a:pt x="212610" y="212652"/>
                </a:cubicBezTo>
                <a:cubicBezTo>
                  <a:pt x="207322" y="217940"/>
                  <a:pt x="198735" y="217940"/>
                  <a:pt x="193447" y="212652"/>
                </a:cubicBezTo>
                <a:lnTo>
                  <a:pt x="139893" y="159056"/>
                </a:lnTo>
                <a:cubicBezTo>
                  <a:pt x="125341" y="169673"/>
                  <a:pt x="107405" y="175976"/>
                  <a:pt x="87988" y="175976"/>
                </a:cubicBezTo>
                <a:cubicBezTo>
                  <a:pt x="39383" y="175976"/>
                  <a:pt x="0" y="136593"/>
                  <a:pt x="0" y="87988"/>
                </a:cubicBezTo>
                <a:cubicBezTo>
                  <a:pt x="0" y="39383"/>
                  <a:pt x="39383" y="0"/>
                  <a:pt x="87988" y="0"/>
                </a:cubicBezTo>
                <a:cubicBezTo>
                  <a:pt x="136593" y="0"/>
                  <a:pt x="175976" y="39383"/>
                  <a:pt x="175976" y="87988"/>
                </a:cubicBezTo>
                <a:close/>
                <a:moveTo>
                  <a:pt x="87988" y="148903"/>
                </a:moveTo>
                <a:cubicBezTo>
                  <a:pt x="121608" y="148903"/>
                  <a:pt x="148903" y="121608"/>
                  <a:pt x="148903" y="87988"/>
                </a:cubicBezTo>
                <a:cubicBezTo>
                  <a:pt x="148903" y="54368"/>
                  <a:pt x="121608" y="27073"/>
                  <a:pt x="87988" y="27073"/>
                </a:cubicBezTo>
                <a:cubicBezTo>
                  <a:pt x="54368" y="27073"/>
                  <a:pt x="27073" y="54368"/>
                  <a:pt x="27073" y="87988"/>
                </a:cubicBezTo>
                <a:cubicBezTo>
                  <a:pt x="27073" y="121608"/>
                  <a:pt x="54368" y="148903"/>
                  <a:pt x="87988" y="148903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8" name="Text 6"/>
          <p:cNvSpPr/>
          <p:nvPr/>
        </p:nvSpPr>
        <p:spPr>
          <a:xfrm>
            <a:off x="1164151" y="1452933"/>
            <a:ext cx="1696592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4151" y="1741714"/>
            <a:ext cx="166049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par mots-clés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002" y="2107204"/>
            <a:ext cx="7147346" cy="694881"/>
          </a:xfrm>
          <a:custGeom>
            <a:avLst/>
            <a:gdLst/>
            <a:ahLst/>
            <a:cxnLst/>
            <a:rect l="l" t="t" r="r" b="b"/>
            <a:pathLst>
              <a:path w="7147346" h="694881">
                <a:moveTo>
                  <a:pt x="72198" y="0"/>
                </a:moveTo>
                <a:lnTo>
                  <a:pt x="7075148" y="0"/>
                </a:lnTo>
                <a:cubicBezTo>
                  <a:pt x="7115021" y="0"/>
                  <a:pt x="7147346" y="32324"/>
                  <a:pt x="7147346" y="72198"/>
                </a:cubicBezTo>
                <a:lnTo>
                  <a:pt x="7147346" y="622683"/>
                </a:lnTo>
                <a:cubicBezTo>
                  <a:pt x="7147346" y="662557"/>
                  <a:pt x="7115021" y="694881"/>
                  <a:pt x="7075148" y="694881"/>
                </a:cubicBezTo>
                <a:lnTo>
                  <a:pt x="72198" y="694881"/>
                </a:lnTo>
                <a:cubicBezTo>
                  <a:pt x="32351" y="694881"/>
                  <a:pt x="0" y="662530"/>
                  <a:pt x="0" y="622683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56" y="225610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47096" y="47096"/>
                </a:moveTo>
                <a:cubicBezTo>
                  <a:pt x="49747" y="44445"/>
                  <a:pt x="54034" y="44445"/>
                  <a:pt x="56656" y="47096"/>
                </a:cubicBezTo>
                <a:lnTo>
                  <a:pt x="72167" y="62607"/>
                </a:lnTo>
                <a:lnTo>
                  <a:pt x="87678" y="47096"/>
                </a:lnTo>
                <a:cubicBezTo>
                  <a:pt x="90329" y="44445"/>
                  <a:pt x="94615" y="44445"/>
                  <a:pt x="97238" y="47096"/>
                </a:cubicBezTo>
                <a:cubicBezTo>
                  <a:pt x="99861" y="49747"/>
                  <a:pt x="99889" y="54034"/>
                  <a:pt x="97238" y="56656"/>
                </a:cubicBezTo>
                <a:lnTo>
                  <a:pt x="81727" y="72167"/>
                </a:lnTo>
                <a:lnTo>
                  <a:pt x="97238" y="87678"/>
                </a:lnTo>
                <a:cubicBezTo>
                  <a:pt x="99889" y="90329"/>
                  <a:pt x="99889" y="94615"/>
                  <a:pt x="97238" y="97238"/>
                </a:cubicBezTo>
                <a:cubicBezTo>
                  <a:pt x="94587" y="99861"/>
                  <a:pt x="90301" y="99889"/>
                  <a:pt x="87678" y="97238"/>
                </a:cubicBezTo>
                <a:lnTo>
                  <a:pt x="72167" y="81727"/>
                </a:lnTo>
                <a:lnTo>
                  <a:pt x="56656" y="97238"/>
                </a:lnTo>
                <a:cubicBezTo>
                  <a:pt x="54006" y="99889"/>
                  <a:pt x="49719" y="99889"/>
                  <a:pt x="47096" y="97238"/>
                </a:cubicBezTo>
                <a:cubicBezTo>
                  <a:pt x="44474" y="94587"/>
                  <a:pt x="44445" y="90301"/>
                  <a:pt x="47096" y="87678"/>
                </a:cubicBezTo>
                <a:lnTo>
                  <a:pt x="62607" y="72167"/>
                </a:lnTo>
                <a:lnTo>
                  <a:pt x="47096" y="56656"/>
                </a:lnTo>
                <a:cubicBezTo>
                  <a:pt x="44445" y="54006"/>
                  <a:pt x="44445" y="49719"/>
                  <a:pt x="47096" y="4709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2" name="Text 10"/>
          <p:cNvSpPr/>
          <p:nvPr/>
        </p:nvSpPr>
        <p:spPr>
          <a:xfrm>
            <a:off x="920491" y="2220009"/>
            <a:ext cx="72195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808" y="2508791"/>
            <a:ext cx="69849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 trouve que les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mots exacts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Si tu cherches "photosynthèse", tu ne trouveras pas "plantes qui produisent de l'oxygène".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002" y="2919402"/>
            <a:ext cx="7147346" cy="694881"/>
          </a:xfrm>
          <a:custGeom>
            <a:avLst/>
            <a:gdLst/>
            <a:ahLst/>
            <a:cxnLst/>
            <a:rect l="l" t="t" r="r" b="b"/>
            <a:pathLst>
              <a:path w="7147346" h="694881">
                <a:moveTo>
                  <a:pt x="72198" y="0"/>
                </a:moveTo>
                <a:lnTo>
                  <a:pt x="7075148" y="0"/>
                </a:lnTo>
                <a:cubicBezTo>
                  <a:pt x="7115021" y="0"/>
                  <a:pt x="7147346" y="32324"/>
                  <a:pt x="7147346" y="72198"/>
                </a:cubicBezTo>
                <a:lnTo>
                  <a:pt x="7147346" y="622683"/>
                </a:lnTo>
                <a:cubicBezTo>
                  <a:pt x="7147346" y="662557"/>
                  <a:pt x="7115021" y="694881"/>
                  <a:pt x="7075148" y="694881"/>
                </a:cubicBezTo>
                <a:lnTo>
                  <a:pt x="72198" y="694881"/>
                </a:lnTo>
                <a:cubicBezTo>
                  <a:pt x="32351" y="694881"/>
                  <a:pt x="0" y="662530"/>
                  <a:pt x="0" y="622683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56" y="3068305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33842" y="15793"/>
                </a:moveTo>
                <a:cubicBezTo>
                  <a:pt x="33842" y="7079"/>
                  <a:pt x="40920" y="0"/>
                  <a:pt x="49634" y="0"/>
                </a:cubicBezTo>
                <a:lnTo>
                  <a:pt x="56403" y="0"/>
                </a:lnTo>
                <a:cubicBezTo>
                  <a:pt x="61394" y="0"/>
                  <a:pt x="65427" y="4033"/>
                  <a:pt x="65427" y="9024"/>
                </a:cubicBezTo>
                <a:lnTo>
                  <a:pt x="65427" y="135366"/>
                </a:lnTo>
                <a:cubicBezTo>
                  <a:pt x="65427" y="140358"/>
                  <a:pt x="61394" y="144391"/>
                  <a:pt x="56403" y="144391"/>
                </a:cubicBezTo>
                <a:lnTo>
                  <a:pt x="47378" y="144391"/>
                </a:lnTo>
                <a:cubicBezTo>
                  <a:pt x="38974" y="144391"/>
                  <a:pt x="31896" y="138638"/>
                  <a:pt x="29893" y="130854"/>
                </a:cubicBezTo>
                <a:cubicBezTo>
                  <a:pt x="29696" y="130854"/>
                  <a:pt x="29527" y="130854"/>
                  <a:pt x="29329" y="130854"/>
                </a:cubicBezTo>
                <a:cubicBezTo>
                  <a:pt x="16864" y="130854"/>
                  <a:pt x="6768" y="120758"/>
                  <a:pt x="6768" y="108293"/>
                </a:cubicBezTo>
                <a:cubicBezTo>
                  <a:pt x="6768" y="103217"/>
                  <a:pt x="8460" y="98535"/>
                  <a:pt x="11281" y="94756"/>
                </a:cubicBezTo>
                <a:cubicBezTo>
                  <a:pt x="5809" y="90639"/>
                  <a:pt x="2256" y="84096"/>
                  <a:pt x="2256" y="76708"/>
                </a:cubicBezTo>
                <a:cubicBezTo>
                  <a:pt x="2256" y="67993"/>
                  <a:pt x="7220" y="60407"/>
                  <a:pt x="14439" y="56656"/>
                </a:cubicBezTo>
                <a:cubicBezTo>
                  <a:pt x="12437" y="53272"/>
                  <a:pt x="11281" y="49324"/>
                  <a:pt x="11281" y="45122"/>
                </a:cubicBezTo>
                <a:cubicBezTo>
                  <a:pt x="11281" y="32657"/>
                  <a:pt x="21377" y="22561"/>
                  <a:pt x="33842" y="22561"/>
                </a:cubicBezTo>
                <a:lnTo>
                  <a:pt x="33842" y="15793"/>
                </a:lnTo>
                <a:close/>
                <a:moveTo>
                  <a:pt x="110549" y="15793"/>
                </a:moveTo>
                <a:lnTo>
                  <a:pt x="110549" y="22561"/>
                </a:lnTo>
                <a:cubicBezTo>
                  <a:pt x="123014" y="22561"/>
                  <a:pt x="133110" y="32657"/>
                  <a:pt x="133110" y="45122"/>
                </a:cubicBezTo>
                <a:cubicBezTo>
                  <a:pt x="133110" y="49352"/>
                  <a:pt x="131954" y="53301"/>
                  <a:pt x="129952" y="56656"/>
                </a:cubicBezTo>
                <a:cubicBezTo>
                  <a:pt x="137199" y="60407"/>
                  <a:pt x="142135" y="67965"/>
                  <a:pt x="142135" y="76708"/>
                </a:cubicBezTo>
                <a:cubicBezTo>
                  <a:pt x="142135" y="84096"/>
                  <a:pt x="138581" y="90639"/>
                  <a:pt x="133110" y="94756"/>
                </a:cubicBezTo>
                <a:cubicBezTo>
                  <a:pt x="135930" y="98535"/>
                  <a:pt x="137623" y="103217"/>
                  <a:pt x="137623" y="108293"/>
                </a:cubicBezTo>
                <a:cubicBezTo>
                  <a:pt x="137623" y="120758"/>
                  <a:pt x="127526" y="130854"/>
                  <a:pt x="115061" y="130854"/>
                </a:cubicBezTo>
                <a:cubicBezTo>
                  <a:pt x="114864" y="130854"/>
                  <a:pt x="114695" y="130854"/>
                  <a:pt x="114497" y="130854"/>
                </a:cubicBezTo>
                <a:cubicBezTo>
                  <a:pt x="112495" y="138638"/>
                  <a:pt x="105417" y="144391"/>
                  <a:pt x="97013" y="144391"/>
                </a:cubicBezTo>
                <a:lnTo>
                  <a:pt x="87988" y="144391"/>
                </a:lnTo>
                <a:cubicBezTo>
                  <a:pt x="82997" y="144391"/>
                  <a:pt x="78964" y="140358"/>
                  <a:pt x="78964" y="135366"/>
                </a:cubicBezTo>
                <a:lnTo>
                  <a:pt x="78964" y="9024"/>
                </a:lnTo>
                <a:cubicBezTo>
                  <a:pt x="78964" y="4033"/>
                  <a:pt x="82997" y="0"/>
                  <a:pt x="87988" y="0"/>
                </a:cubicBezTo>
                <a:lnTo>
                  <a:pt x="94756" y="0"/>
                </a:lnTo>
                <a:cubicBezTo>
                  <a:pt x="103471" y="0"/>
                  <a:pt x="110549" y="7079"/>
                  <a:pt x="110549" y="15793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16" name="Text 14"/>
          <p:cNvSpPr/>
          <p:nvPr/>
        </p:nvSpPr>
        <p:spPr>
          <a:xfrm>
            <a:off x="920491" y="3032207"/>
            <a:ext cx="59561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808" y="3320989"/>
            <a:ext cx="69849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syntaxique : mot = mot. Pas de compréhension du </a:t>
            </a:r>
            <a:pPr>
              <a:lnSpc>
                <a:spcPct val="120000"/>
              </a:lnSpc>
            </a:pPr>
            <a:r>
              <a:rPr lang="en-US" sz="99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 du </a:t>
            </a:r>
            <a:pPr>
              <a:lnSpc>
                <a:spcPct val="120000"/>
              </a:lnSpc>
            </a:pPr>
            <a:r>
              <a:rPr lang="en-US" sz="99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489" y="3957211"/>
            <a:ext cx="7526372" cy="2535864"/>
          </a:xfrm>
          <a:custGeom>
            <a:avLst/>
            <a:gdLst/>
            <a:ahLst/>
            <a:cxnLst/>
            <a:rect l="l" t="t" r="r" b="b"/>
            <a:pathLst>
              <a:path w="7526372" h="2535864">
                <a:moveTo>
                  <a:pt x="108281" y="0"/>
                </a:moveTo>
                <a:lnTo>
                  <a:pt x="7418090" y="0"/>
                </a:lnTo>
                <a:cubicBezTo>
                  <a:pt x="7477892" y="0"/>
                  <a:pt x="7526372" y="48479"/>
                  <a:pt x="7526372" y="108281"/>
                </a:cubicBezTo>
                <a:lnTo>
                  <a:pt x="7526372" y="2427582"/>
                </a:lnTo>
                <a:cubicBezTo>
                  <a:pt x="7526372" y="2487385"/>
                  <a:pt x="7477892" y="2535864"/>
                  <a:pt x="7418090" y="2535864"/>
                </a:cubicBezTo>
                <a:lnTo>
                  <a:pt x="108281" y="2535864"/>
                </a:lnTo>
                <a:cubicBezTo>
                  <a:pt x="48479" y="2535864"/>
                  <a:pt x="0" y="2487385"/>
                  <a:pt x="0" y="2427582"/>
                </a:cubicBezTo>
                <a:lnTo>
                  <a:pt x="0" y="108281"/>
                </a:lnTo>
                <a:cubicBezTo>
                  <a:pt x="0" y="48519"/>
                  <a:pt x="48519" y="0"/>
                  <a:pt x="10828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90" y="4142212"/>
            <a:ext cx="505368" cy="505368"/>
          </a:xfrm>
          <a:custGeom>
            <a:avLst/>
            <a:gdLst/>
            <a:ahLst/>
            <a:cxnLst/>
            <a:rect l="l" t="t" r="r" b="b"/>
            <a:pathLst>
              <a:path w="505368" h="505368">
                <a:moveTo>
                  <a:pt x="108295" y="0"/>
                </a:moveTo>
                <a:lnTo>
                  <a:pt x="397073" y="0"/>
                </a:lnTo>
                <a:cubicBezTo>
                  <a:pt x="456882" y="0"/>
                  <a:pt x="505368" y="48485"/>
                  <a:pt x="505368" y="108295"/>
                </a:cubicBezTo>
                <a:lnTo>
                  <a:pt x="505368" y="397073"/>
                </a:lnTo>
                <a:cubicBezTo>
                  <a:pt x="505368" y="456882"/>
                  <a:pt x="456882" y="505368"/>
                  <a:pt x="397073" y="505368"/>
                </a:cubicBezTo>
                <a:lnTo>
                  <a:pt x="108295" y="505368"/>
                </a:lnTo>
                <a:cubicBezTo>
                  <a:pt x="48485" y="505368"/>
                  <a:pt x="0" y="456882"/>
                  <a:pt x="0" y="39707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1344" y="4286603"/>
            <a:ext cx="243660" cy="216586"/>
          </a:xfrm>
          <a:custGeom>
            <a:avLst/>
            <a:gdLst/>
            <a:ahLst/>
            <a:cxnLst/>
            <a:rect l="l" t="t" r="r" b="b"/>
            <a:pathLst>
              <a:path w="243660" h="216586">
                <a:moveTo>
                  <a:pt x="20305" y="82827"/>
                </a:moveTo>
                <a:lnTo>
                  <a:pt x="108801" y="119249"/>
                </a:lnTo>
                <a:cubicBezTo>
                  <a:pt x="112946" y="120941"/>
                  <a:pt x="117346" y="121830"/>
                  <a:pt x="121830" y="121830"/>
                </a:cubicBezTo>
                <a:cubicBezTo>
                  <a:pt x="126314" y="121830"/>
                  <a:pt x="130713" y="120941"/>
                  <a:pt x="134859" y="119249"/>
                </a:cubicBezTo>
                <a:lnTo>
                  <a:pt x="237399" y="77032"/>
                </a:lnTo>
                <a:cubicBezTo>
                  <a:pt x="241206" y="75467"/>
                  <a:pt x="243660" y="71786"/>
                  <a:pt x="243660" y="67683"/>
                </a:cubicBezTo>
                <a:cubicBezTo>
                  <a:pt x="243660" y="63580"/>
                  <a:pt x="241206" y="59900"/>
                  <a:pt x="237399" y="58334"/>
                </a:cubicBezTo>
                <a:lnTo>
                  <a:pt x="134859" y="16117"/>
                </a:lnTo>
                <a:cubicBezTo>
                  <a:pt x="130713" y="14425"/>
                  <a:pt x="126314" y="13537"/>
                  <a:pt x="121830" y="13537"/>
                </a:cubicBezTo>
                <a:cubicBezTo>
                  <a:pt x="117346" y="13537"/>
                  <a:pt x="112946" y="14425"/>
                  <a:pt x="108801" y="16117"/>
                </a:cubicBezTo>
                <a:lnTo>
                  <a:pt x="6261" y="58334"/>
                </a:lnTo>
                <a:cubicBezTo>
                  <a:pt x="2454" y="59900"/>
                  <a:pt x="0" y="63580"/>
                  <a:pt x="0" y="67683"/>
                </a:cubicBezTo>
                <a:lnTo>
                  <a:pt x="0" y="192897"/>
                </a:lnTo>
                <a:cubicBezTo>
                  <a:pt x="0" y="198523"/>
                  <a:pt x="4526" y="203050"/>
                  <a:pt x="10152" y="203050"/>
                </a:cubicBezTo>
                <a:cubicBezTo>
                  <a:pt x="15779" y="203050"/>
                  <a:pt x="20305" y="198523"/>
                  <a:pt x="20305" y="192897"/>
                </a:cubicBezTo>
                <a:lnTo>
                  <a:pt x="20305" y="82827"/>
                </a:lnTo>
                <a:close/>
                <a:moveTo>
                  <a:pt x="40610" y="113158"/>
                </a:moveTo>
                <a:lnTo>
                  <a:pt x="40610" y="162440"/>
                </a:lnTo>
                <a:cubicBezTo>
                  <a:pt x="40610" y="184860"/>
                  <a:pt x="76990" y="203050"/>
                  <a:pt x="121830" y="203050"/>
                </a:cubicBezTo>
                <a:cubicBezTo>
                  <a:pt x="166670" y="203050"/>
                  <a:pt x="203050" y="184860"/>
                  <a:pt x="203050" y="162440"/>
                </a:cubicBezTo>
                <a:lnTo>
                  <a:pt x="203050" y="113116"/>
                </a:lnTo>
                <a:lnTo>
                  <a:pt x="142600" y="138031"/>
                </a:lnTo>
                <a:cubicBezTo>
                  <a:pt x="136001" y="140739"/>
                  <a:pt x="128979" y="142135"/>
                  <a:pt x="121830" y="142135"/>
                </a:cubicBezTo>
                <a:cubicBezTo>
                  <a:pt x="114681" y="142135"/>
                  <a:pt x="107659" y="140739"/>
                  <a:pt x="101059" y="138031"/>
                </a:cubicBezTo>
                <a:lnTo>
                  <a:pt x="40610" y="11311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1164151" y="4142212"/>
            <a:ext cx="1570250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4151" y="4430993"/>
            <a:ext cx="153415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sémantique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5002" y="4796483"/>
            <a:ext cx="7147346" cy="694881"/>
          </a:xfrm>
          <a:custGeom>
            <a:avLst/>
            <a:gdLst/>
            <a:ahLst/>
            <a:cxnLst/>
            <a:rect l="l" t="t" r="r" b="b"/>
            <a:pathLst>
              <a:path w="7147346" h="694881">
                <a:moveTo>
                  <a:pt x="72198" y="0"/>
                </a:moveTo>
                <a:lnTo>
                  <a:pt x="7075148" y="0"/>
                </a:lnTo>
                <a:cubicBezTo>
                  <a:pt x="7115021" y="0"/>
                  <a:pt x="7147346" y="32324"/>
                  <a:pt x="7147346" y="72198"/>
                </a:cubicBezTo>
                <a:lnTo>
                  <a:pt x="7147346" y="622683"/>
                </a:lnTo>
                <a:cubicBezTo>
                  <a:pt x="7147346" y="662557"/>
                  <a:pt x="7115021" y="694881"/>
                  <a:pt x="7075148" y="694881"/>
                </a:cubicBezTo>
                <a:lnTo>
                  <a:pt x="72198" y="694881"/>
                </a:lnTo>
                <a:cubicBezTo>
                  <a:pt x="32351" y="694881"/>
                  <a:pt x="0" y="662530"/>
                  <a:pt x="0" y="622683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56" y="4945386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920491" y="4909288"/>
            <a:ext cx="67683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808" y="5198070"/>
            <a:ext cx="69849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Comprend le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sens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le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contexte 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"Photosynthèse" = "plantes produisent oxygène" = "conversion lumière en énergie".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002" y="5608681"/>
            <a:ext cx="7147346" cy="694881"/>
          </a:xfrm>
          <a:custGeom>
            <a:avLst/>
            <a:gdLst/>
            <a:ahLst/>
            <a:cxnLst/>
            <a:rect l="l" t="t" r="r" b="b"/>
            <a:pathLst>
              <a:path w="7147346" h="694881">
                <a:moveTo>
                  <a:pt x="72198" y="0"/>
                </a:moveTo>
                <a:lnTo>
                  <a:pt x="7075148" y="0"/>
                </a:lnTo>
                <a:cubicBezTo>
                  <a:pt x="7115021" y="0"/>
                  <a:pt x="7147346" y="32324"/>
                  <a:pt x="7147346" y="72198"/>
                </a:cubicBezTo>
                <a:lnTo>
                  <a:pt x="7147346" y="622683"/>
                </a:lnTo>
                <a:cubicBezTo>
                  <a:pt x="7147346" y="662557"/>
                  <a:pt x="7115021" y="694881"/>
                  <a:pt x="7075148" y="694881"/>
                </a:cubicBezTo>
                <a:lnTo>
                  <a:pt x="72198" y="694881"/>
                </a:lnTo>
                <a:cubicBezTo>
                  <a:pt x="32351" y="694881"/>
                  <a:pt x="0" y="662530"/>
                  <a:pt x="0" y="622683"/>
                </a:cubicBezTo>
                <a:lnTo>
                  <a:pt x="0" y="72198"/>
                </a:lnTo>
                <a:cubicBezTo>
                  <a:pt x="0" y="32351"/>
                  <a:pt x="32351" y="0"/>
                  <a:pt x="72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56" y="5757584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12382" y="3441"/>
                </a:moveTo>
                <a:lnTo>
                  <a:pt x="87509" y="28314"/>
                </a:lnTo>
                <a:lnTo>
                  <a:pt x="116077" y="56882"/>
                </a:lnTo>
                <a:lnTo>
                  <a:pt x="140950" y="32009"/>
                </a:lnTo>
                <a:cubicBezTo>
                  <a:pt x="143150" y="29781"/>
                  <a:pt x="144391" y="26791"/>
                  <a:pt x="144391" y="23689"/>
                </a:cubicBezTo>
                <a:cubicBezTo>
                  <a:pt x="144391" y="20587"/>
                  <a:pt x="143150" y="17598"/>
                  <a:pt x="140950" y="15370"/>
                </a:cubicBezTo>
                <a:lnTo>
                  <a:pt x="129021" y="3441"/>
                </a:lnTo>
                <a:cubicBezTo>
                  <a:pt x="126793" y="1241"/>
                  <a:pt x="123804" y="0"/>
                  <a:pt x="120702" y="0"/>
                </a:cubicBezTo>
                <a:cubicBezTo>
                  <a:pt x="117600" y="0"/>
                  <a:pt x="114610" y="1241"/>
                  <a:pt x="112382" y="3441"/>
                </a:cubicBezTo>
                <a:close/>
                <a:moveTo>
                  <a:pt x="77948" y="37874"/>
                </a:moveTo>
                <a:lnTo>
                  <a:pt x="3441" y="112382"/>
                </a:lnTo>
                <a:cubicBezTo>
                  <a:pt x="1241" y="114610"/>
                  <a:pt x="0" y="117600"/>
                  <a:pt x="0" y="120702"/>
                </a:cubicBezTo>
                <a:cubicBezTo>
                  <a:pt x="0" y="123804"/>
                  <a:pt x="1241" y="126793"/>
                  <a:pt x="3441" y="129021"/>
                </a:cubicBezTo>
                <a:lnTo>
                  <a:pt x="15370" y="140950"/>
                </a:lnTo>
                <a:cubicBezTo>
                  <a:pt x="17598" y="143150"/>
                  <a:pt x="20587" y="144391"/>
                  <a:pt x="23689" y="144391"/>
                </a:cubicBezTo>
                <a:cubicBezTo>
                  <a:pt x="26791" y="144391"/>
                  <a:pt x="29781" y="143150"/>
                  <a:pt x="32009" y="140950"/>
                </a:cubicBezTo>
                <a:lnTo>
                  <a:pt x="106516" y="66442"/>
                </a:lnTo>
                <a:lnTo>
                  <a:pt x="77948" y="3787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920491" y="5721486"/>
            <a:ext cx="59561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808" y="6010268"/>
            <a:ext cx="69849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sémantique : concept = concept. Les embeddings capturent la </a:t>
            </a:r>
            <a:pPr>
              <a:lnSpc>
                <a:spcPct val="120000"/>
              </a:lnSpc>
            </a:pPr>
            <a:r>
              <a:rPr lang="en-US" sz="99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signification profonde</a:t>
            </a:r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6263" y="1267932"/>
            <a:ext cx="3781235" cy="2337326"/>
          </a:xfrm>
          <a:custGeom>
            <a:avLst/>
            <a:gdLst/>
            <a:ahLst/>
            <a:cxnLst/>
            <a:rect l="l" t="t" r="r" b="b"/>
            <a:pathLst>
              <a:path w="3781235" h="2337326">
                <a:moveTo>
                  <a:pt x="108288" y="0"/>
                </a:moveTo>
                <a:lnTo>
                  <a:pt x="3672946" y="0"/>
                </a:lnTo>
                <a:cubicBezTo>
                  <a:pt x="3732752" y="0"/>
                  <a:pt x="3781235" y="48482"/>
                  <a:pt x="3781235" y="108288"/>
                </a:cubicBezTo>
                <a:lnTo>
                  <a:pt x="3781235" y="2229038"/>
                </a:lnTo>
                <a:cubicBezTo>
                  <a:pt x="3781235" y="2288844"/>
                  <a:pt x="3732752" y="2337326"/>
                  <a:pt x="3672946" y="2337326"/>
                </a:cubicBezTo>
                <a:lnTo>
                  <a:pt x="108288" y="2337326"/>
                </a:lnTo>
                <a:cubicBezTo>
                  <a:pt x="48482" y="2337326"/>
                  <a:pt x="0" y="2288844"/>
                  <a:pt x="0" y="2229038"/>
                </a:cubicBezTo>
                <a:lnTo>
                  <a:pt x="0" y="108288"/>
                </a:lnTo>
                <a:cubicBezTo>
                  <a:pt x="0" y="48522"/>
                  <a:pt x="48522" y="0"/>
                  <a:pt x="108288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5410" y="1470981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123903" y="162440"/>
                </a:moveTo>
                <a:cubicBezTo>
                  <a:pt x="126991" y="153006"/>
                  <a:pt x="133167" y="144461"/>
                  <a:pt x="140147" y="137101"/>
                </a:cubicBezTo>
                <a:cubicBezTo>
                  <a:pt x="153979" y="122549"/>
                  <a:pt x="162440" y="102878"/>
                  <a:pt x="162440" y="81220"/>
                </a:cubicBezTo>
                <a:cubicBezTo>
                  <a:pt x="162440" y="36380"/>
                  <a:pt x="126060" y="0"/>
                  <a:pt x="81220" y="0"/>
                </a:cubicBezTo>
                <a:cubicBezTo>
                  <a:pt x="36380" y="0"/>
                  <a:pt x="0" y="36380"/>
                  <a:pt x="0" y="81220"/>
                </a:cubicBezTo>
                <a:cubicBezTo>
                  <a:pt x="0" y="102878"/>
                  <a:pt x="8460" y="122549"/>
                  <a:pt x="22293" y="137101"/>
                </a:cubicBezTo>
                <a:cubicBezTo>
                  <a:pt x="29273" y="144461"/>
                  <a:pt x="35491" y="153006"/>
                  <a:pt x="38537" y="162440"/>
                </a:cubicBezTo>
                <a:lnTo>
                  <a:pt x="123860" y="162440"/>
                </a:lnTo>
                <a:close/>
                <a:moveTo>
                  <a:pt x="121830" y="182745"/>
                </a:moveTo>
                <a:lnTo>
                  <a:pt x="40610" y="182745"/>
                </a:lnTo>
                <a:lnTo>
                  <a:pt x="40610" y="189513"/>
                </a:lnTo>
                <a:cubicBezTo>
                  <a:pt x="40610" y="208210"/>
                  <a:pt x="55754" y="223355"/>
                  <a:pt x="74452" y="223355"/>
                </a:cubicBezTo>
                <a:lnTo>
                  <a:pt x="87988" y="223355"/>
                </a:lnTo>
                <a:cubicBezTo>
                  <a:pt x="106686" y="223355"/>
                  <a:pt x="121830" y="208210"/>
                  <a:pt x="121830" y="189513"/>
                </a:cubicBezTo>
                <a:lnTo>
                  <a:pt x="121830" y="182745"/>
                </a:lnTo>
                <a:close/>
                <a:moveTo>
                  <a:pt x="77836" y="47378"/>
                </a:moveTo>
                <a:cubicBezTo>
                  <a:pt x="60999" y="47378"/>
                  <a:pt x="47378" y="60999"/>
                  <a:pt x="47378" y="77836"/>
                </a:cubicBezTo>
                <a:cubicBezTo>
                  <a:pt x="47378" y="83462"/>
                  <a:pt x="42852" y="87988"/>
                  <a:pt x="37226" y="87988"/>
                </a:cubicBezTo>
                <a:cubicBezTo>
                  <a:pt x="31600" y="87988"/>
                  <a:pt x="27073" y="83462"/>
                  <a:pt x="27073" y="77836"/>
                </a:cubicBezTo>
                <a:cubicBezTo>
                  <a:pt x="27073" y="49789"/>
                  <a:pt x="49789" y="27073"/>
                  <a:pt x="77836" y="27073"/>
                </a:cubicBezTo>
                <a:cubicBezTo>
                  <a:pt x="83462" y="27073"/>
                  <a:pt x="87988" y="31600"/>
                  <a:pt x="87988" y="37226"/>
                </a:cubicBezTo>
                <a:cubicBezTo>
                  <a:pt x="87988" y="42852"/>
                  <a:pt x="83462" y="47378"/>
                  <a:pt x="77836" y="47378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3" name="Text 31"/>
          <p:cNvSpPr/>
          <p:nvPr/>
        </p:nvSpPr>
        <p:spPr>
          <a:xfrm>
            <a:off x="8610290" y="1452933"/>
            <a:ext cx="140781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Astuce Mémoire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5776" y="1854520"/>
            <a:ext cx="3402209" cy="1561226"/>
          </a:xfrm>
          <a:custGeom>
            <a:avLst/>
            <a:gdLst/>
            <a:ahLst/>
            <a:cxnLst/>
            <a:rect l="l" t="t" r="r" b="b"/>
            <a:pathLst>
              <a:path w="3402209" h="1561226">
                <a:moveTo>
                  <a:pt x="72191" y="0"/>
                </a:moveTo>
                <a:lnTo>
                  <a:pt x="3330018" y="0"/>
                </a:lnTo>
                <a:cubicBezTo>
                  <a:pt x="3369861" y="0"/>
                  <a:pt x="3402209" y="32348"/>
                  <a:pt x="3402209" y="72191"/>
                </a:cubicBezTo>
                <a:lnTo>
                  <a:pt x="3402209" y="1489035"/>
                </a:lnTo>
                <a:cubicBezTo>
                  <a:pt x="3402209" y="1528905"/>
                  <a:pt x="3369888" y="1561226"/>
                  <a:pt x="3330018" y="1561226"/>
                </a:cubicBezTo>
                <a:lnTo>
                  <a:pt x="72191" y="1561226"/>
                </a:lnTo>
                <a:cubicBezTo>
                  <a:pt x="32348" y="1561226"/>
                  <a:pt x="0" y="1528878"/>
                  <a:pt x="0" y="1489035"/>
                </a:cubicBezTo>
                <a:lnTo>
                  <a:pt x="0" y="72191"/>
                </a:lnTo>
                <a:cubicBezTo>
                  <a:pt x="0" y="32321"/>
                  <a:pt x="32321" y="0"/>
                  <a:pt x="721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4069" y="2003423"/>
            <a:ext cx="318562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Pense à 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4679" y="2382449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92972" y="2490742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17318" y="58659"/>
                </a:moveTo>
                <a:cubicBezTo>
                  <a:pt x="117318" y="71603"/>
                  <a:pt x="113116" y="83561"/>
                  <a:pt x="106037" y="93262"/>
                </a:cubicBezTo>
                <a:lnTo>
                  <a:pt x="141740" y="128993"/>
                </a:lnTo>
                <a:cubicBezTo>
                  <a:pt x="145265" y="132518"/>
                  <a:pt x="145265" y="138243"/>
                  <a:pt x="141740" y="141768"/>
                </a:cubicBezTo>
                <a:cubicBezTo>
                  <a:pt x="138215" y="145293"/>
                  <a:pt x="132490" y="145293"/>
                  <a:pt x="128965" y="141768"/>
                </a:cubicBezTo>
                <a:lnTo>
                  <a:pt x="93262" y="106037"/>
                </a:lnTo>
                <a:cubicBezTo>
                  <a:pt x="83561" y="113116"/>
                  <a:pt x="71603" y="117318"/>
                  <a:pt x="58659" y="117318"/>
                </a:cubicBezTo>
                <a:cubicBezTo>
                  <a:pt x="26255" y="117318"/>
                  <a:pt x="0" y="91062"/>
                  <a:pt x="0" y="58659"/>
                </a:cubicBezTo>
                <a:cubicBezTo>
                  <a:pt x="0" y="26255"/>
                  <a:pt x="26255" y="0"/>
                  <a:pt x="58659" y="0"/>
                </a:cubicBezTo>
                <a:cubicBezTo>
                  <a:pt x="91062" y="0"/>
                  <a:pt x="117318" y="26255"/>
                  <a:pt x="117318" y="58659"/>
                </a:cubicBezTo>
                <a:close/>
                <a:moveTo>
                  <a:pt x="58659" y="99269"/>
                </a:moveTo>
                <a:cubicBezTo>
                  <a:pt x="81072" y="99269"/>
                  <a:pt x="99269" y="81072"/>
                  <a:pt x="99269" y="58659"/>
                </a:cubicBezTo>
                <a:cubicBezTo>
                  <a:pt x="99269" y="36246"/>
                  <a:pt x="81072" y="18049"/>
                  <a:pt x="58659" y="18049"/>
                </a:cubicBezTo>
                <a:cubicBezTo>
                  <a:pt x="36246" y="18049"/>
                  <a:pt x="18049" y="36246"/>
                  <a:pt x="18049" y="58659"/>
                </a:cubicBezTo>
                <a:cubicBezTo>
                  <a:pt x="18049" y="81072"/>
                  <a:pt x="36246" y="99269"/>
                  <a:pt x="58659" y="99269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38" name="Text 36"/>
          <p:cNvSpPr/>
          <p:nvPr/>
        </p:nvSpPr>
        <p:spPr>
          <a:xfrm>
            <a:off x="8853949" y="2364400"/>
            <a:ext cx="79415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53949" y="2580986"/>
            <a:ext cx="78512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mots-clés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4679" y="288781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92972" y="2996110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33842" y="15793"/>
                </a:moveTo>
                <a:cubicBezTo>
                  <a:pt x="33842" y="7079"/>
                  <a:pt x="40920" y="0"/>
                  <a:pt x="49634" y="0"/>
                </a:cubicBezTo>
                <a:lnTo>
                  <a:pt x="56403" y="0"/>
                </a:lnTo>
                <a:cubicBezTo>
                  <a:pt x="61394" y="0"/>
                  <a:pt x="65427" y="4033"/>
                  <a:pt x="65427" y="9024"/>
                </a:cubicBezTo>
                <a:lnTo>
                  <a:pt x="65427" y="135366"/>
                </a:lnTo>
                <a:cubicBezTo>
                  <a:pt x="65427" y="140358"/>
                  <a:pt x="61394" y="144391"/>
                  <a:pt x="56403" y="144391"/>
                </a:cubicBezTo>
                <a:lnTo>
                  <a:pt x="47378" y="144391"/>
                </a:lnTo>
                <a:cubicBezTo>
                  <a:pt x="38974" y="144391"/>
                  <a:pt x="31896" y="138638"/>
                  <a:pt x="29893" y="130854"/>
                </a:cubicBezTo>
                <a:cubicBezTo>
                  <a:pt x="29696" y="130854"/>
                  <a:pt x="29527" y="130854"/>
                  <a:pt x="29329" y="130854"/>
                </a:cubicBezTo>
                <a:cubicBezTo>
                  <a:pt x="16864" y="130854"/>
                  <a:pt x="6768" y="120758"/>
                  <a:pt x="6768" y="108293"/>
                </a:cubicBezTo>
                <a:cubicBezTo>
                  <a:pt x="6768" y="103217"/>
                  <a:pt x="8460" y="98535"/>
                  <a:pt x="11281" y="94756"/>
                </a:cubicBezTo>
                <a:cubicBezTo>
                  <a:pt x="5809" y="90639"/>
                  <a:pt x="2256" y="84096"/>
                  <a:pt x="2256" y="76708"/>
                </a:cubicBezTo>
                <a:cubicBezTo>
                  <a:pt x="2256" y="67993"/>
                  <a:pt x="7220" y="60407"/>
                  <a:pt x="14439" y="56656"/>
                </a:cubicBezTo>
                <a:cubicBezTo>
                  <a:pt x="12437" y="53272"/>
                  <a:pt x="11281" y="49324"/>
                  <a:pt x="11281" y="45122"/>
                </a:cubicBezTo>
                <a:cubicBezTo>
                  <a:pt x="11281" y="32657"/>
                  <a:pt x="21377" y="22561"/>
                  <a:pt x="33842" y="22561"/>
                </a:cubicBezTo>
                <a:lnTo>
                  <a:pt x="33842" y="15793"/>
                </a:lnTo>
                <a:close/>
                <a:moveTo>
                  <a:pt x="110549" y="15793"/>
                </a:moveTo>
                <a:lnTo>
                  <a:pt x="110549" y="22561"/>
                </a:lnTo>
                <a:cubicBezTo>
                  <a:pt x="123014" y="22561"/>
                  <a:pt x="133110" y="32657"/>
                  <a:pt x="133110" y="45122"/>
                </a:cubicBezTo>
                <a:cubicBezTo>
                  <a:pt x="133110" y="49352"/>
                  <a:pt x="131954" y="53301"/>
                  <a:pt x="129952" y="56656"/>
                </a:cubicBezTo>
                <a:cubicBezTo>
                  <a:pt x="137199" y="60407"/>
                  <a:pt x="142135" y="67965"/>
                  <a:pt x="142135" y="76708"/>
                </a:cubicBezTo>
                <a:cubicBezTo>
                  <a:pt x="142135" y="84096"/>
                  <a:pt x="138581" y="90639"/>
                  <a:pt x="133110" y="94756"/>
                </a:cubicBezTo>
                <a:cubicBezTo>
                  <a:pt x="135930" y="98535"/>
                  <a:pt x="137623" y="103217"/>
                  <a:pt x="137623" y="108293"/>
                </a:cubicBezTo>
                <a:cubicBezTo>
                  <a:pt x="137623" y="120758"/>
                  <a:pt x="127526" y="130854"/>
                  <a:pt x="115061" y="130854"/>
                </a:cubicBezTo>
                <a:cubicBezTo>
                  <a:pt x="114864" y="130854"/>
                  <a:pt x="114695" y="130854"/>
                  <a:pt x="114497" y="130854"/>
                </a:cubicBezTo>
                <a:cubicBezTo>
                  <a:pt x="112495" y="138638"/>
                  <a:pt x="105417" y="144391"/>
                  <a:pt x="97013" y="144391"/>
                </a:cubicBezTo>
                <a:lnTo>
                  <a:pt x="87988" y="144391"/>
                </a:lnTo>
                <a:cubicBezTo>
                  <a:pt x="82997" y="144391"/>
                  <a:pt x="78964" y="140358"/>
                  <a:pt x="78964" y="135366"/>
                </a:cubicBezTo>
                <a:lnTo>
                  <a:pt x="78964" y="9024"/>
                </a:lnTo>
                <a:cubicBezTo>
                  <a:pt x="78964" y="4033"/>
                  <a:pt x="82997" y="0"/>
                  <a:pt x="87988" y="0"/>
                </a:cubicBezTo>
                <a:lnTo>
                  <a:pt x="94756" y="0"/>
                </a:lnTo>
                <a:cubicBezTo>
                  <a:pt x="103471" y="0"/>
                  <a:pt x="110549" y="7079"/>
                  <a:pt x="110549" y="1579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8853949" y="2869768"/>
            <a:ext cx="112805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53949" y="3086354"/>
            <a:ext cx="111902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sens (semantic)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46263" y="3758674"/>
            <a:ext cx="3781235" cy="2734401"/>
          </a:xfrm>
          <a:custGeom>
            <a:avLst/>
            <a:gdLst/>
            <a:ahLst/>
            <a:cxnLst/>
            <a:rect l="l" t="t" r="r" b="b"/>
            <a:pathLst>
              <a:path w="3781235" h="2734401">
                <a:moveTo>
                  <a:pt x="108282" y="0"/>
                </a:moveTo>
                <a:lnTo>
                  <a:pt x="3672952" y="0"/>
                </a:lnTo>
                <a:cubicBezTo>
                  <a:pt x="3732755" y="0"/>
                  <a:pt x="3781235" y="48480"/>
                  <a:pt x="3781235" y="108282"/>
                </a:cubicBezTo>
                <a:lnTo>
                  <a:pt x="3781235" y="2626119"/>
                </a:lnTo>
                <a:cubicBezTo>
                  <a:pt x="3781235" y="2685922"/>
                  <a:pt x="3732755" y="2734401"/>
                  <a:pt x="3672952" y="2734401"/>
                </a:cubicBezTo>
                <a:lnTo>
                  <a:pt x="108282" y="2734401"/>
                </a:lnTo>
                <a:cubicBezTo>
                  <a:pt x="48480" y="2734401"/>
                  <a:pt x="0" y="2685922"/>
                  <a:pt x="0" y="2626119"/>
                </a:cubicBezTo>
                <a:lnTo>
                  <a:pt x="0" y="108282"/>
                </a:lnTo>
                <a:cubicBezTo>
                  <a:pt x="0" y="48520"/>
                  <a:pt x="48520" y="0"/>
                  <a:pt x="10828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53825" y="3988796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20305" y="20305"/>
                </a:moveTo>
                <a:cubicBezTo>
                  <a:pt x="20305" y="14689"/>
                  <a:pt x="15768" y="10152"/>
                  <a:pt x="10152" y="10152"/>
                </a:cubicBezTo>
                <a:cubicBezTo>
                  <a:pt x="4537" y="10152"/>
                  <a:pt x="0" y="14689"/>
                  <a:pt x="0" y="20305"/>
                </a:cubicBezTo>
                <a:lnTo>
                  <a:pt x="0" y="126906"/>
                </a:lnTo>
                <a:cubicBezTo>
                  <a:pt x="0" y="140929"/>
                  <a:pt x="11358" y="152287"/>
                  <a:pt x="25381" y="152287"/>
                </a:cubicBezTo>
                <a:lnTo>
                  <a:pt x="152287" y="152287"/>
                </a:lnTo>
                <a:cubicBezTo>
                  <a:pt x="157903" y="152287"/>
                  <a:pt x="162440" y="147750"/>
                  <a:pt x="162440" y="142135"/>
                </a:cubicBezTo>
                <a:cubicBezTo>
                  <a:pt x="162440" y="136519"/>
                  <a:pt x="157903" y="131982"/>
                  <a:pt x="152287" y="131982"/>
                </a:cubicBezTo>
                <a:lnTo>
                  <a:pt x="25381" y="131982"/>
                </a:lnTo>
                <a:cubicBezTo>
                  <a:pt x="22589" y="131982"/>
                  <a:pt x="20305" y="129698"/>
                  <a:pt x="20305" y="126906"/>
                </a:cubicBezTo>
                <a:lnTo>
                  <a:pt x="20305" y="20305"/>
                </a:lnTo>
                <a:close/>
                <a:moveTo>
                  <a:pt x="149305" y="47780"/>
                </a:moveTo>
                <a:cubicBezTo>
                  <a:pt x="153271" y="43814"/>
                  <a:pt x="153271" y="37374"/>
                  <a:pt x="149305" y="33408"/>
                </a:cubicBezTo>
                <a:cubicBezTo>
                  <a:pt x="145339" y="29442"/>
                  <a:pt x="138899" y="29442"/>
                  <a:pt x="134933" y="33408"/>
                </a:cubicBezTo>
                <a:lnTo>
                  <a:pt x="101525" y="66848"/>
                </a:lnTo>
                <a:lnTo>
                  <a:pt x="83314" y="48668"/>
                </a:lnTo>
                <a:cubicBezTo>
                  <a:pt x="79348" y="44703"/>
                  <a:pt x="72907" y="44703"/>
                  <a:pt x="68942" y="48668"/>
                </a:cubicBezTo>
                <a:lnTo>
                  <a:pt x="38484" y="79126"/>
                </a:lnTo>
                <a:cubicBezTo>
                  <a:pt x="34518" y="83092"/>
                  <a:pt x="34518" y="89532"/>
                  <a:pt x="38484" y="93498"/>
                </a:cubicBezTo>
                <a:cubicBezTo>
                  <a:pt x="42450" y="97464"/>
                  <a:pt x="48891" y="97464"/>
                  <a:pt x="52856" y="93498"/>
                </a:cubicBezTo>
                <a:lnTo>
                  <a:pt x="76144" y="70211"/>
                </a:lnTo>
                <a:lnTo>
                  <a:pt x="94355" y="88422"/>
                </a:lnTo>
                <a:cubicBezTo>
                  <a:pt x="98320" y="92388"/>
                  <a:pt x="104761" y="92388"/>
                  <a:pt x="108727" y="88422"/>
                </a:cubicBezTo>
                <a:lnTo>
                  <a:pt x="149337" y="4781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8438826" y="3943674"/>
            <a:ext cx="328489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sur les Réponses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31264" y="4322700"/>
            <a:ext cx="58658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Précision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77008" y="4304651"/>
            <a:ext cx="44219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+85%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31264" y="4557335"/>
            <a:ext cx="3411233" cy="72195"/>
          </a:xfrm>
          <a:custGeom>
            <a:avLst/>
            <a:gdLst/>
            <a:ahLst/>
            <a:cxnLst/>
            <a:rect l="l" t="t" r="r" b="b"/>
            <a:pathLst>
              <a:path w="3411233" h="72195">
                <a:moveTo>
                  <a:pt x="36098" y="0"/>
                </a:moveTo>
                <a:lnTo>
                  <a:pt x="3375135" y="0"/>
                </a:lnTo>
                <a:cubicBezTo>
                  <a:pt x="3395072" y="0"/>
                  <a:pt x="3411233" y="16161"/>
                  <a:pt x="3411233" y="36098"/>
                </a:cubicBezTo>
                <a:lnTo>
                  <a:pt x="3411233" y="36098"/>
                </a:lnTo>
                <a:cubicBezTo>
                  <a:pt x="3411233" y="56034"/>
                  <a:pt x="3395072" y="72195"/>
                  <a:pt x="3375135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0" name="Shape 48"/>
          <p:cNvSpPr/>
          <p:nvPr/>
        </p:nvSpPr>
        <p:spPr>
          <a:xfrm>
            <a:off x="8231264" y="4557335"/>
            <a:ext cx="2896841" cy="72195"/>
          </a:xfrm>
          <a:custGeom>
            <a:avLst/>
            <a:gdLst/>
            <a:ahLst/>
            <a:cxnLst/>
            <a:rect l="l" t="t" r="r" b="b"/>
            <a:pathLst>
              <a:path w="2896841" h="72195">
                <a:moveTo>
                  <a:pt x="36098" y="0"/>
                </a:moveTo>
                <a:lnTo>
                  <a:pt x="2860743" y="0"/>
                </a:lnTo>
                <a:cubicBezTo>
                  <a:pt x="2880679" y="0"/>
                  <a:pt x="2896841" y="16161"/>
                  <a:pt x="2896841" y="36098"/>
                </a:cubicBezTo>
                <a:lnTo>
                  <a:pt x="2896841" y="36098"/>
                </a:lnTo>
                <a:cubicBezTo>
                  <a:pt x="2896841" y="56034"/>
                  <a:pt x="2880679" y="72195"/>
                  <a:pt x="2860743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00897B"/>
              </a:gs>
            </a:gsLst>
            <a:lin ang="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8231264" y="4755873"/>
            <a:ext cx="167854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Compréhension contextuelle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72496" y="4737824"/>
            <a:ext cx="44219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+90%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31264" y="4990508"/>
            <a:ext cx="3411233" cy="72195"/>
          </a:xfrm>
          <a:custGeom>
            <a:avLst/>
            <a:gdLst/>
            <a:ahLst/>
            <a:cxnLst/>
            <a:rect l="l" t="t" r="r" b="b"/>
            <a:pathLst>
              <a:path w="3411233" h="72195">
                <a:moveTo>
                  <a:pt x="36098" y="0"/>
                </a:moveTo>
                <a:lnTo>
                  <a:pt x="3375135" y="0"/>
                </a:lnTo>
                <a:cubicBezTo>
                  <a:pt x="3395072" y="0"/>
                  <a:pt x="3411233" y="16161"/>
                  <a:pt x="3411233" y="36098"/>
                </a:cubicBezTo>
                <a:lnTo>
                  <a:pt x="3411233" y="36098"/>
                </a:lnTo>
                <a:cubicBezTo>
                  <a:pt x="3411233" y="56034"/>
                  <a:pt x="3395072" y="72195"/>
                  <a:pt x="3375135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4" name="Shape 52"/>
          <p:cNvSpPr/>
          <p:nvPr/>
        </p:nvSpPr>
        <p:spPr>
          <a:xfrm>
            <a:off x="8231264" y="4990508"/>
            <a:ext cx="3068305" cy="72195"/>
          </a:xfrm>
          <a:custGeom>
            <a:avLst/>
            <a:gdLst/>
            <a:ahLst/>
            <a:cxnLst/>
            <a:rect l="l" t="t" r="r" b="b"/>
            <a:pathLst>
              <a:path w="3068305" h="72195">
                <a:moveTo>
                  <a:pt x="36098" y="0"/>
                </a:moveTo>
                <a:lnTo>
                  <a:pt x="3032207" y="0"/>
                </a:lnTo>
                <a:cubicBezTo>
                  <a:pt x="3052143" y="0"/>
                  <a:pt x="3068305" y="16161"/>
                  <a:pt x="3068305" y="36098"/>
                </a:cubicBezTo>
                <a:lnTo>
                  <a:pt x="3068305" y="36098"/>
                </a:lnTo>
                <a:cubicBezTo>
                  <a:pt x="3068305" y="56034"/>
                  <a:pt x="3052143" y="72195"/>
                  <a:pt x="3032207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/>
              </a:gs>
              <a:gs pos="100000">
                <a:srgbClr val="3949AB"/>
              </a:gs>
            </a:gsLst>
            <a:lin ang="0" scaled="1"/>
          </a:gradFill>
          <a:ln/>
        </p:spPr>
      </p:sp>
      <p:sp>
        <p:nvSpPr>
          <p:cNvPr id="55" name="Text 53"/>
          <p:cNvSpPr/>
          <p:nvPr/>
        </p:nvSpPr>
        <p:spPr>
          <a:xfrm>
            <a:off x="8231264" y="5189045"/>
            <a:ext cx="132659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Satisfaction utilisateur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95057" y="5170996"/>
            <a:ext cx="42414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+75%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31264" y="5423680"/>
            <a:ext cx="3411233" cy="72195"/>
          </a:xfrm>
          <a:custGeom>
            <a:avLst/>
            <a:gdLst/>
            <a:ahLst/>
            <a:cxnLst/>
            <a:rect l="l" t="t" r="r" b="b"/>
            <a:pathLst>
              <a:path w="3411233" h="72195">
                <a:moveTo>
                  <a:pt x="36098" y="0"/>
                </a:moveTo>
                <a:lnTo>
                  <a:pt x="3375135" y="0"/>
                </a:lnTo>
                <a:cubicBezTo>
                  <a:pt x="3395072" y="0"/>
                  <a:pt x="3411233" y="16161"/>
                  <a:pt x="3411233" y="36098"/>
                </a:cubicBezTo>
                <a:lnTo>
                  <a:pt x="3411233" y="36098"/>
                </a:lnTo>
                <a:cubicBezTo>
                  <a:pt x="3411233" y="56034"/>
                  <a:pt x="3395072" y="72195"/>
                  <a:pt x="3375135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58" name="Shape 56"/>
          <p:cNvSpPr/>
          <p:nvPr/>
        </p:nvSpPr>
        <p:spPr>
          <a:xfrm>
            <a:off x="8231264" y="5423680"/>
            <a:ext cx="2562937" cy="72195"/>
          </a:xfrm>
          <a:custGeom>
            <a:avLst/>
            <a:gdLst/>
            <a:ahLst/>
            <a:cxnLst/>
            <a:rect l="l" t="t" r="r" b="b"/>
            <a:pathLst>
              <a:path w="2562937" h="72195">
                <a:moveTo>
                  <a:pt x="36098" y="0"/>
                </a:moveTo>
                <a:lnTo>
                  <a:pt x="2526839" y="0"/>
                </a:lnTo>
                <a:cubicBezTo>
                  <a:pt x="2546776" y="0"/>
                  <a:pt x="2562937" y="16161"/>
                  <a:pt x="2562937" y="36098"/>
                </a:cubicBezTo>
                <a:lnTo>
                  <a:pt x="2562937" y="36098"/>
                </a:lnTo>
                <a:cubicBezTo>
                  <a:pt x="2562937" y="56034"/>
                  <a:pt x="2546776" y="72195"/>
                  <a:pt x="2526839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/>
              </a:gs>
              <a:gs pos="100000">
                <a:srgbClr val="FF8F00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GÉNÉRALISATION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Réelles &amp; Transfert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5629275" cy="3457575"/>
          </a:xfrm>
          <a:custGeom>
            <a:avLst/>
            <a:gdLst/>
            <a:ahLst/>
            <a:cxnLst/>
            <a:rect l="l" t="t" r="r" b="b"/>
            <a:pathLst>
              <a:path w="5629275" h="3457575">
                <a:moveTo>
                  <a:pt x="114307" y="0"/>
                </a:moveTo>
                <a:lnTo>
                  <a:pt x="5514968" y="0"/>
                </a:lnTo>
                <a:cubicBezTo>
                  <a:pt x="5578098" y="0"/>
                  <a:pt x="5629275" y="51177"/>
                  <a:pt x="5629275" y="114307"/>
                </a:cubicBezTo>
                <a:lnTo>
                  <a:pt x="5629275" y="3343268"/>
                </a:lnTo>
                <a:cubicBezTo>
                  <a:pt x="5629275" y="3406398"/>
                  <a:pt x="5578098" y="3457575"/>
                  <a:pt x="5514968" y="3457575"/>
                </a:cubicBezTo>
                <a:lnTo>
                  <a:pt x="114307" y="3457575"/>
                </a:lnTo>
                <a:cubicBezTo>
                  <a:pt x="51177" y="3457575"/>
                  <a:pt x="0" y="3406398"/>
                  <a:pt x="0" y="3343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62877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Actuelles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4788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4375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" y="22669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avec fichiers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850" y="25717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de documents et questions contextuelles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788" y="300513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425" y="3162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142875"/>
                </a:move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92125"/>
                </a:lnTo>
                <a:cubicBezTo>
                  <a:pt x="133350" y="97185"/>
                  <a:pt x="131356" y="102037"/>
                  <a:pt x="127784" y="105608"/>
                </a:cubicBezTo>
                <a:lnTo>
                  <a:pt x="96054" y="137309"/>
                </a:lnTo>
                <a:cubicBezTo>
                  <a:pt x="92482" y="140881"/>
                  <a:pt x="87630" y="142875"/>
                  <a:pt x="82570" y="142875"/>
                </a:cubicBezTo>
                <a:lnTo>
                  <a:pt x="19050" y="142875"/>
                </a:lnTo>
                <a:close/>
                <a:moveTo>
                  <a:pt x="115937" y="90488"/>
                </a:moveTo>
                <a:lnTo>
                  <a:pt x="88106" y="90488"/>
                </a:lnTo>
                <a:cubicBezTo>
                  <a:pt x="84147" y="90488"/>
                  <a:pt x="80962" y="93672"/>
                  <a:pt x="80962" y="97631"/>
                </a:cubicBezTo>
                <a:lnTo>
                  <a:pt x="80962" y="125462"/>
                </a:lnTo>
                <a:lnTo>
                  <a:pt x="115937" y="9048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" y="31242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Notion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" y="342900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Recherche sémantique dans vos notes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3862387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425" y="4019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19050"/>
                </a:moveTo>
                <a:cubicBezTo>
                  <a:pt x="43160" y="19050"/>
                  <a:pt x="23604" y="36106"/>
                  <a:pt x="19735" y="58549"/>
                </a:cubicBezTo>
                <a:cubicBezTo>
                  <a:pt x="22503" y="57656"/>
                  <a:pt x="25479" y="57150"/>
                  <a:pt x="28575" y="57150"/>
                </a:cubicBezTo>
                <a:lnTo>
                  <a:pt x="33338" y="57150"/>
                </a:lnTo>
                <a:cubicBezTo>
                  <a:pt x="41225" y="57150"/>
                  <a:pt x="47625" y="63550"/>
                  <a:pt x="47625" y="71438"/>
                </a:cubicBezTo>
                <a:lnTo>
                  <a:pt x="47625" y="100013"/>
                </a:lnTo>
                <a:cubicBezTo>
                  <a:pt x="47625" y="107900"/>
                  <a:pt x="41225" y="114300"/>
                  <a:pt x="33338" y="114300"/>
                </a:cubicBezTo>
                <a:lnTo>
                  <a:pt x="28575" y="114300"/>
                </a:lnTo>
                <a:cubicBezTo>
                  <a:pt x="12799" y="114300"/>
                  <a:pt x="0" y="101501"/>
                  <a:pt x="0" y="85725"/>
                </a:cubicBezTo>
                <a:lnTo>
                  <a:pt x="0" y="66675"/>
                </a:lnTo>
                <a:cubicBezTo>
                  <a:pt x="0" y="29855"/>
                  <a:pt x="29855" y="0"/>
                  <a:pt x="66675" y="0"/>
                </a:cubicBezTo>
                <a:cubicBezTo>
                  <a:pt x="103495" y="0"/>
                  <a:pt x="133350" y="29855"/>
                  <a:pt x="133350" y="66675"/>
                </a:cubicBezTo>
                <a:lnTo>
                  <a:pt x="133350" y="116711"/>
                </a:lnTo>
                <a:cubicBezTo>
                  <a:pt x="133350" y="136446"/>
                  <a:pt x="117336" y="152430"/>
                  <a:pt x="97601" y="152430"/>
                </a:cubicBezTo>
                <a:lnTo>
                  <a:pt x="71438" y="152400"/>
                </a:lnTo>
                <a:lnTo>
                  <a:pt x="61912" y="152400"/>
                </a:lnTo>
                <a:cubicBezTo>
                  <a:pt x="54025" y="152400"/>
                  <a:pt x="47625" y="146000"/>
                  <a:pt x="47625" y="138113"/>
                </a:cubicBezTo>
                <a:cubicBezTo>
                  <a:pt x="47625" y="130225"/>
                  <a:pt x="54025" y="123825"/>
                  <a:pt x="61912" y="123825"/>
                </a:cubicBezTo>
                <a:lnTo>
                  <a:pt x="71438" y="123825"/>
                </a:lnTo>
                <a:cubicBezTo>
                  <a:pt x="79325" y="123825"/>
                  <a:pt x="85725" y="130225"/>
                  <a:pt x="85725" y="138113"/>
                </a:cubicBezTo>
                <a:lnTo>
                  <a:pt x="85725" y="138113"/>
                </a:lnTo>
                <a:lnTo>
                  <a:pt x="97631" y="138113"/>
                </a:lnTo>
                <a:cubicBezTo>
                  <a:pt x="109478" y="138113"/>
                  <a:pt x="119062" y="128528"/>
                  <a:pt x="119062" y="116681"/>
                </a:cubicBezTo>
                <a:lnTo>
                  <a:pt x="119062" y="110460"/>
                </a:lnTo>
                <a:cubicBezTo>
                  <a:pt x="114866" y="112901"/>
                  <a:pt x="109984" y="114270"/>
                  <a:pt x="104775" y="114270"/>
                </a:cubicBezTo>
                <a:lnTo>
                  <a:pt x="100013" y="114270"/>
                </a:lnTo>
                <a:cubicBezTo>
                  <a:pt x="92125" y="114270"/>
                  <a:pt x="85725" y="107871"/>
                  <a:pt x="85725" y="99983"/>
                </a:cubicBezTo>
                <a:lnTo>
                  <a:pt x="85725" y="71408"/>
                </a:lnTo>
                <a:cubicBezTo>
                  <a:pt x="85725" y="63520"/>
                  <a:pt x="92125" y="57120"/>
                  <a:pt x="100013" y="57120"/>
                </a:cubicBezTo>
                <a:lnTo>
                  <a:pt x="104775" y="57120"/>
                </a:lnTo>
                <a:cubicBezTo>
                  <a:pt x="107871" y="57120"/>
                  <a:pt x="110817" y="57596"/>
                  <a:pt x="113615" y="58519"/>
                </a:cubicBezTo>
                <a:cubicBezTo>
                  <a:pt x="109746" y="36106"/>
                  <a:pt x="90220" y="19020"/>
                  <a:pt x="66675" y="1902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" y="398145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Client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" y="42862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basés sur base de connaissances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963" y="1338263"/>
            <a:ext cx="5629275" cy="3457575"/>
          </a:xfrm>
          <a:custGeom>
            <a:avLst/>
            <a:gdLst/>
            <a:ahLst/>
            <a:cxnLst/>
            <a:rect l="l" t="t" r="r" b="b"/>
            <a:pathLst>
              <a:path w="5629275" h="3457575">
                <a:moveTo>
                  <a:pt x="114307" y="0"/>
                </a:moveTo>
                <a:lnTo>
                  <a:pt x="5514968" y="0"/>
                </a:lnTo>
                <a:cubicBezTo>
                  <a:pt x="5578098" y="0"/>
                  <a:pt x="5629275" y="51177"/>
                  <a:pt x="5629275" y="114307"/>
                </a:cubicBezTo>
                <a:lnTo>
                  <a:pt x="5629275" y="3343268"/>
                </a:lnTo>
                <a:cubicBezTo>
                  <a:pt x="5629275" y="3406398"/>
                  <a:pt x="5578098" y="3457575"/>
                  <a:pt x="5514968" y="3457575"/>
                </a:cubicBezTo>
                <a:lnTo>
                  <a:pt x="114307" y="3457575"/>
                </a:lnTo>
                <a:cubicBezTo>
                  <a:pt x="51177" y="3457575"/>
                  <a:pt x="0" y="3406398"/>
                  <a:pt x="0" y="3343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22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055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3725" y="162877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Autres Domaines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6988" y="214788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5100" y="2305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7" name="Text 25"/>
          <p:cNvSpPr/>
          <p:nvPr/>
        </p:nvSpPr>
        <p:spPr>
          <a:xfrm>
            <a:off x="6762750" y="226695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Médecine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6050" y="25717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Expliquer diagnostics, analyser dossiers patients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6988" y="3005138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6050" y="3162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50" y="312420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Juridique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6050" y="342900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 lois, jurisprudences, contrats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6988" y="3862387"/>
            <a:ext cx="5229225" cy="733425"/>
          </a:xfrm>
          <a:custGeom>
            <a:avLst/>
            <a:gdLst/>
            <a:ahLst/>
            <a:cxnLst/>
            <a:rect l="l" t="t" r="r" b="b"/>
            <a:pathLst>
              <a:path w="5229225" h="733425">
                <a:moveTo>
                  <a:pt x="76203" y="0"/>
                </a:moveTo>
                <a:lnTo>
                  <a:pt x="5153022" y="0"/>
                </a:lnTo>
                <a:cubicBezTo>
                  <a:pt x="5195080" y="0"/>
                  <a:pt x="5229225" y="34145"/>
                  <a:pt x="5229225" y="76203"/>
                </a:cubicBezTo>
                <a:lnTo>
                  <a:pt x="5229225" y="657222"/>
                </a:lnTo>
                <a:cubicBezTo>
                  <a:pt x="5229225" y="699280"/>
                  <a:pt x="5195080" y="733425"/>
                  <a:pt x="5153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4150" y="4019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35" name="Text 33"/>
          <p:cNvSpPr/>
          <p:nvPr/>
        </p:nvSpPr>
        <p:spPr>
          <a:xfrm>
            <a:off x="6762750" y="398145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Entreprise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6050" y="42862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Formation interne, documentation technique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4957763"/>
            <a:ext cx="11420475" cy="1266825"/>
          </a:xfrm>
          <a:custGeom>
            <a:avLst/>
            <a:gdLst/>
            <a:ahLst/>
            <a:cxnLst/>
            <a:rect l="l" t="t" r="r" b="b"/>
            <a:pathLst>
              <a:path w="11420475" h="1266825">
                <a:moveTo>
                  <a:pt x="114306" y="0"/>
                </a:moveTo>
                <a:lnTo>
                  <a:pt x="11306169" y="0"/>
                </a:lnTo>
                <a:cubicBezTo>
                  <a:pt x="11369299" y="0"/>
                  <a:pt x="11420475" y="51176"/>
                  <a:pt x="11420475" y="114306"/>
                </a:cubicBezTo>
                <a:lnTo>
                  <a:pt x="11420475" y="1152519"/>
                </a:lnTo>
                <a:cubicBezTo>
                  <a:pt x="11420475" y="1215649"/>
                  <a:pt x="11369299" y="1266825"/>
                  <a:pt x="113061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C6BC0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12700">
            <a:solidFill>
              <a:srgbClr val="E0E0E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025" y="5286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270000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800100" y="54768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0" name="Text 38"/>
          <p:cNvSpPr/>
          <p:nvPr/>
        </p:nvSpPr>
        <p:spPr>
          <a:xfrm>
            <a:off x="1343025" y="5153025"/>
            <a:ext cx="802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Même Logique : RAG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43025" y="5534025"/>
            <a:ext cx="798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Tous ces systèmes utilisent la même architecture fondamentale 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Retrieval Augmented Generation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La seule différence est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de données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(cours, lois, dossiers médicaux, documentation).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29738" y="5343525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72600" y="568642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72675" y="54387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82225" y="5343525"/>
            <a:ext cx="60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225088" y="5686425"/>
            <a:ext cx="523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68025" y="54387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4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77575" y="5343525"/>
            <a:ext cx="60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20438" y="5686425"/>
            <a:ext cx="523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Technique Simplifiée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11420475" cy="3971925"/>
          </a:xfrm>
          <a:custGeom>
            <a:avLst/>
            <a:gdLst/>
            <a:ahLst/>
            <a:cxnLst/>
            <a:rect l="l" t="t" r="r" b="b"/>
            <a:pathLst>
              <a:path w="11420475" h="3971925">
                <a:moveTo>
                  <a:pt x="114312" y="0"/>
                </a:moveTo>
                <a:lnTo>
                  <a:pt x="11306163" y="0"/>
                </a:lnTo>
                <a:cubicBezTo>
                  <a:pt x="11369296" y="0"/>
                  <a:pt x="11420475" y="51179"/>
                  <a:pt x="11420475" y="114312"/>
                </a:cubicBezTo>
                <a:lnTo>
                  <a:pt x="11420475" y="3857613"/>
                </a:lnTo>
                <a:cubicBezTo>
                  <a:pt x="11420475" y="3920746"/>
                  <a:pt x="11369296" y="3971925"/>
                  <a:pt x="113061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6950" y="264795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152395" y="0"/>
                </a:moveTo>
                <a:lnTo>
                  <a:pt x="895355" y="0"/>
                </a:lnTo>
                <a:cubicBezTo>
                  <a:pt x="979520" y="0"/>
                  <a:pt x="1047750" y="68230"/>
                  <a:pt x="1047750" y="152395"/>
                </a:cubicBezTo>
                <a:lnTo>
                  <a:pt x="1047750" y="895355"/>
                </a:lnTo>
                <a:cubicBezTo>
                  <a:pt x="1047750" y="979520"/>
                  <a:pt x="979520" y="1047750"/>
                  <a:pt x="895355" y="1047750"/>
                </a:cubicBezTo>
                <a:lnTo>
                  <a:pt x="152395" y="1047750"/>
                </a:lnTo>
                <a:cubicBezTo>
                  <a:pt x="68230" y="1047750"/>
                  <a:pt x="0" y="979520"/>
                  <a:pt x="0" y="8953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254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0331" y="27813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2445544" y="314325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9363" y="337185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83606" y="381952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utilisateur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93306" y="3114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40000"/>
                </a:srgbClr>
              </a:gs>
              <a:gs pos="100000">
                <a:srgbClr val="5C6BC0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3802856" y="3228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93306" y="3495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40000"/>
                </a:srgbClr>
              </a:gs>
              <a:gs pos="100000">
                <a:srgbClr val="5C6BC0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441031" y="264795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152395" y="0"/>
                </a:moveTo>
                <a:lnTo>
                  <a:pt x="895355" y="0"/>
                </a:lnTo>
                <a:cubicBezTo>
                  <a:pt x="979520" y="0"/>
                  <a:pt x="1047750" y="68230"/>
                  <a:pt x="1047750" y="152395"/>
                </a:cubicBezTo>
                <a:lnTo>
                  <a:pt x="1047750" y="895355"/>
                </a:lnTo>
                <a:cubicBezTo>
                  <a:pt x="1047750" y="979520"/>
                  <a:pt x="979520" y="1047750"/>
                  <a:pt x="895355" y="1047750"/>
                </a:cubicBezTo>
                <a:lnTo>
                  <a:pt x="152395" y="1047750"/>
                </a:lnTo>
                <a:cubicBezTo>
                  <a:pt x="68230" y="1047750"/>
                  <a:pt x="0" y="979520"/>
                  <a:pt x="0" y="8953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20000"/>
                </a:srgbClr>
              </a:gs>
              <a:gs pos="100000">
                <a:srgbClr val="5C6BC0">
                  <a:alpha val="5000"/>
                </a:srgbClr>
              </a:gs>
            </a:gsLst>
            <a:lin ang="2700000" scaled="1"/>
          </a:gradFill>
          <a:ln w="25400">
            <a:solidFill>
              <a:srgbClr val="5C6BC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2272" y="27813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294" y="314325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5356" y="33718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3894" y="381952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métier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26906" y="3114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40000"/>
                </a:srgbClr>
              </a:gs>
              <a:gs pos="100000">
                <a:srgbClr val="FFD54F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5936456" y="3228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726906" y="3495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40000"/>
                </a:srgbClr>
              </a:gs>
              <a:gs pos="100000">
                <a:srgbClr val="FFD54F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6679406" y="264795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152395" y="0"/>
                </a:moveTo>
                <a:lnTo>
                  <a:pt x="895355" y="0"/>
                </a:lnTo>
                <a:cubicBezTo>
                  <a:pt x="979520" y="0"/>
                  <a:pt x="1047750" y="68230"/>
                  <a:pt x="1047750" y="152395"/>
                </a:cubicBezTo>
                <a:lnTo>
                  <a:pt x="1047750" y="895355"/>
                </a:lnTo>
                <a:cubicBezTo>
                  <a:pt x="1047750" y="979520"/>
                  <a:pt x="979520" y="1047750"/>
                  <a:pt x="895355" y="1047750"/>
                </a:cubicBezTo>
                <a:lnTo>
                  <a:pt x="152395" y="1047750"/>
                </a:lnTo>
                <a:cubicBezTo>
                  <a:pt x="68230" y="1047750"/>
                  <a:pt x="0" y="979520"/>
                  <a:pt x="0" y="8953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FFD54F">
                  <a:alpha val="5000"/>
                </a:srgbClr>
              </a:gs>
            </a:gsLst>
            <a:lin ang="2700000" scaled="1"/>
          </a:gradFill>
          <a:ln w="2540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0647" y="27813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4" name="Text 22"/>
          <p:cNvSpPr/>
          <p:nvPr/>
        </p:nvSpPr>
        <p:spPr>
          <a:xfrm>
            <a:off x="6824663" y="31432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69919" y="337185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Chroma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1769" y="381952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sémantique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70056" y="3114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40000"/>
                </a:srgbClr>
              </a:gs>
              <a:gs pos="100000">
                <a:srgbClr val="4DB6AC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8279606" y="3228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0E0E0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70056" y="3495675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40000"/>
                </a:srgbClr>
              </a:gs>
              <a:gs pos="100000">
                <a:srgbClr val="4DB6AC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8917781" y="264795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152395" y="0"/>
                </a:moveTo>
                <a:lnTo>
                  <a:pt x="895355" y="0"/>
                </a:lnTo>
                <a:cubicBezTo>
                  <a:pt x="979520" y="0"/>
                  <a:pt x="1047750" y="68230"/>
                  <a:pt x="1047750" y="152395"/>
                </a:cubicBezTo>
                <a:lnTo>
                  <a:pt x="1047750" y="895355"/>
                </a:lnTo>
                <a:cubicBezTo>
                  <a:pt x="1047750" y="979520"/>
                  <a:pt x="979520" y="1047750"/>
                  <a:pt x="895355" y="1047750"/>
                </a:cubicBezTo>
                <a:lnTo>
                  <a:pt x="152395" y="1047750"/>
                </a:lnTo>
                <a:cubicBezTo>
                  <a:pt x="68230" y="1047750"/>
                  <a:pt x="0" y="979520"/>
                  <a:pt x="0" y="8953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254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01163" y="27813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9248775" y="3143250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93981" y="33718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Claude/OpenAI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05888" y="381952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 IA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54721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114304" y="0"/>
                </a:moveTo>
                <a:lnTo>
                  <a:pt x="2619371" y="0"/>
                </a:lnTo>
                <a:cubicBezTo>
                  <a:pt x="2682499" y="0"/>
                  <a:pt x="2733675" y="51176"/>
                  <a:pt x="2733675" y="114304"/>
                </a:cubicBezTo>
                <a:lnTo>
                  <a:pt x="2733675" y="885821"/>
                </a:lnTo>
                <a:cubicBezTo>
                  <a:pt x="2733675" y="948949"/>
                  <a:pt x="2682499" y="1000125"/>
                  <a:pt x="26193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1975" y="5667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809625" y="5629275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2925" y="59340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web simple et rapide pour l'upload de fichiers et le chat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81363" y="54721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114304" y="0"/>
                </a:moveTo>
                <a:lnTo>
                  <a:pt x="2619371" y="0"/>
                </a:lnTo>
                <a:cubicBezTo>
                  <a:pt x="2682499" y="0"/>
                  <a:pt x="2733675" y="51176"/>
                  <a:pt x="2733675" y="114304"/>
                </a:cubicBezTo>
                <a:lnTo>
                  <a:pt x="2733675" y="885821"/>
                </a:lnTo>
                <a:cubicBezTo>
                  <a:pt x="2733675" y="948949"/>
                  <a:pt x="2682499" y="1000125"/>
                  <a:pt x="26193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67100" y="5667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41" name="Text 39"/>
          <p:cNvSpPr/>
          <p:nvPr/>
        </p:nvSpPr>
        <p:spPr>
          <a:xfrm>
            <a:off x="3705225" y="5629275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438525" y="59340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de parsing, embeddings, recherche et orchestration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963" y="54721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114304" y="0"/>
                </a:moveTo>
                <a:lnTo>
                  <a:pt x="2619371" y="0"/>
                </a:lnTo>
                <a:cubicBezTo>
                  <a:pt x="2682499" y="0"/>
                  <a:pt x="2733675" y="51176"/>
                  <a:pt x="2733675" y="114304"/>
                </a:cubicBezTo>
                <a:lnTo>
                  <a:pt x="2733675" y="885821"/>
                </a:lnTo>
                <a:cubicBezTo>
                  <a:pt x="2733675" y="948949"/>
                  <a:pt x="2682499" y="1000125"/>
                  <a:pt x="26193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62700" y="5667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5" name="Text 43"/>
          <p:cNvSpPr/>
          <p:nvPr/>
        </p:nvSpPr>
        <p:spPr>
          <a:xfrm>
            <a:off x="6600825" y="5629275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ChromaDB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34125" y="59340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de données vectorielle open-source pour la recherche sémantique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2563" y="5472113"/>
            <a:ext cx="2733675" cy="1000125"/>
          </a:xfrm>
          <a:custGeom>
            <a:avLst/>
            <a:gdLst/>
            <a:ahLst/>
            <a:cxnLst/>
            <a:rect l="l" t="t" r="r" b="b"/>
            <a:pathLst>
              <a:path w="2733675" h="1000125">
                <a:moveTo>
                  <a:pt x="114304" y="0"/>
                </a:moveTo>
                <a:lnTo>
                  <a:pt x="2619371" y="0"/>
                </a:lnTo>
                <a:cubicBezTo>
                  <a:pt x="2682499" y="0"/>
                  <a:pt x="2733675" y="51176"/>
                  <a:pt x="2733675" y="114304"/>
                </a:cubicBezTo>
                <a:lnTo>
                  <a:pt x="2733675" y="885821"/>
                </a:lnTo>
                <a:cubicBezTo>
                  <a:pt x="2733675" y="948949"/>
                  <a:pt x="2682499" y="1000125"/>
                  <a:pt x="26193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48775" y="5667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9496425" y="562927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29725" y="59340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ou OpenAI pour la génération de réponses et quiz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Avantages Clés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38263"/>
            <a:ext cx="5629275" cy="1905000"/>
          </a:xfrm>
          <a:custGeom>
            <a:avLst/>
            <a:gdLst/>
            <a:ahLst/>
            <a:cxnLst/>
            <a:rect l="l" t="t" r="r" b="b"/>
            <a:pathLst>
              <a:path w="5629275" h="19050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1790700"/>
                </a:lnTo>
                <a:cubicBezTo>
                  <a:pt x="5629275" y="1853784"/>
                  <a:pt x="5578059" y="1905000"/>
                  <a:pt x="551497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34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15335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des Documents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1876425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 PDF statiques deviennent un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tuteur interactif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Plus besoin de relire 50 pages pour trouver une information.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6963" y="1338263"/>
            <a:ext cx="5629275" cy="1905000"/>
          </a:xfrm>
          <a:custGeom>
            <a:avLst/>
            <a:gdLst/>
            <a:ahLst/>
            <a:cxnLst/>
            <a:rect l="l" t="t" r="r" b="b"/>
            <a:pathLst>
              <a:path w="5629275" h="19050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1790700"/>
                </a:lnTo>
                <a:cubicBezTo>
                  <a:pt x="5629275" y="1853784"/>
                  <a:pt x="5578059" y="1905000"/>
                  <a:pt x="551497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2225" y="1533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C6BC0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246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7058025" y="15335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Compréhension Contextuelle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8025" y="1876425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Réponses basées sur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6BC0"/>
                </a:solidFill>
                <a:highlight>
                  <a:srgbClr val="5C6BC0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ton contenu spécifique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pas des généralités. L'IA comprend le contexte de TES cours.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405188"/>
            <a:ext cx="5629275" cy="1905000"/>
          </a:xfrm>
          <a:custGeom>
            <a:avLst/>
            <a:gdLst/>
            <a:ahLst/>
            <a:cxnLst/>
            <a:rect l="l" t="t" r="r" b="b"/>
            <a:pathLst>
              <a:path w="5629275" h="19050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1790700"/>
                </a:lnTo>
                <a:cubicBezTo>
                  <a:pt x="5629275" y="1853784"/>
                  <a:pt x="5578059" y="1905000"/>
                  <a:pt x="551497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3600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3752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66825" y="360045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 Automatiques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6825" y="394335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générées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automatiquement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 partir de ton contenu. Test actif de la mémoire sans effort de préparation.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3405188"/>
            <a:ext cx="5629275" cy="1905000"/>
          </a:xfrm>
          <a:custGeom>
            <a:avLst/>
            <a:gdLst/>
            <a:ahLst/>
            <a:cxnLst/>
            <a:rect l="l" t="t" r="r" b="b"/>
            <a:pathLst>
              <a:path w="5629275" h="19050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1790700"/>
                </a:lnTo>
                <a:cubicBezTo>
                  <a:pt x="5629275" y="1853784"/>
                  <a:pt x="5578059" y="1905000"/>
                  <a:pt x="551497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2225" y="3600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24625" y="3752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3" name="Text 21"/>
          <p:cNvSpPr/>
          <p:nvPr/>
        </p:nvSpPr>
        <p:spPr>
          <a:xfrm>
            <a:off x="7058025" y="360045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Proactive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8025" y="3943350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précise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 lacunes. Tu sais exactement sur quoi concentrer tes révisions.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472113"/>
            <a:ext cx="11420475" cy="1000125"/>
          </a:xfrm>
          <a:custGeom>
            <a:avLst/>
            <a:gdLst/>
            <a:ahLst/>
            <a:cxnLst/>
            <a:rect l="l" t="t" r="r" b="b"/>
            <a:pathLst>
              <a:path w="11420475" h="1000125">
                <a:moveTo>
                  <a:pt x="114304" y="0"/>
                </a:moveTo>
                <a:lnTo>
                  <a:pt x="11306171" y="0"/>
                </a:lnTo>
                <a:cubicBezTo>
                  <a:pt x="11369299" y="0"/>
                  <a:pt x="11420475" y="51176"/>
                  <a:pt x="11420475" y="114304"/>
                </a:cubicBezTo>
                <a:lnTo>
                  <a:pt x="11420475" y="885821"/>
                </a:lnTo>
                <a:cubicBezTo>
                  <a:pt x="11420475" y="948949"/>
                  <a:pt x="11369299" y="1000125"/>
                  <a:pt x="113061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C6BC0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12700">
            <a:solidFill>
              <a:srgbClr val="E0E0E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5667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757238" y="5857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8" name="Text 26"/>
          <p:cNvSpPr/>
          <p:nvPr/>
        </p:nvSpPr>
        <p:spPr>
          <a:xfrm>
            <a:off x="1343025" y="5705475"/>
            <a:ext cx="3228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Adaptation Continue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43025" y="6010275"/>
            <a:ext cx="319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système s'améliore avec chaque interaction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34438" y="5705475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72538" y="6048375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29800" y="5705475"/>
            <a:ext cx="895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67900" y="604837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06113" y="5705475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+50%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844213" y="604837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Rétention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423abab937d563d30fdd36e8264993890e438e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0199" b="201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3171825" cy="428625"/>
          </a:xfrm>
          <a:custGeom>
            <a:avLst/>
            <a:gdLst/>
            <a:ahLst/>
            <a:cxnLst/>
            <a:rect l="l" t="t" r="r" b="b"/>
            <a:pathLst>
              <a:path w="3171825" h="428625">
                <a:moveTo>
                  <a:pt x="214313" y="0"/>
                </a:moveTo>
                <a:lnTo>
                  <a:pt x="2957513" y="0"/>
                </a:lnTo>
                <a:cubicBezTo>
                  <a:pt x="3075795" y="0"/>
                  <a:pt x="3171825" y="96030"/>
                  <a:pt x="3171825" y="214313"/>
                </a:cubicBezTo>
                <a:lnTo>
                  <a:pt x="3171825" y="214313"/>
                </a:lnTo>
                <a:cubicBezTo>
                  <a:pt x="3171825" y="332595"/>
                  <a:pt x="3075795" y="428625"/>
                  <a:pt x="29575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4838" y="504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48577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L'AVENIR DE L'APPRENTISSAGE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27635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 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L'Avenir de l'Apprentissage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9337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5C6BC0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3219450"/>
            <a:ext cx="864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StudyBuddy transforme tes cours en un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tuteur IA intelligent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743325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même logique RAG qui alimente StudyBuddy révolutionne l'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éducation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la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C6B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médecine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et le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juridique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205288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futur de l'apprentissage est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personnalisé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adaptatif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763" y="4824413"/>
            <a:ext cx="2686050" cy="1057275"/>
          </a:xfrm>
          <a:custGeom>
            <a:avLst/>
            <a:gdLst/>
            <a:ahLst/>
            <a:cxnLst/>
            <a:rect l="l" t="t" r="r" b="b"/>
            <a:pathLst>
              <a:path w="2686050" h="1057275">
                <a:moveTo>
                  <a:pt x="114302" y="0"/>
                </a:moveTo>
                <a:lnTo>
                  <a:pt x="2571748" y="0"/>
                </a:lnTo>
                <a:cubicBezTo>
                  <a:pt x="2634875" y="0"/>
                  <a:pt x="2686050" y="51175"/>
                  <a:pt x="2686050" y="114302"/>
                </a:cubicBezTo>
                <a:lnTo>
                  <a:pt x="2686050" y="942973"/>
                </a:lnTo>
                <a:cubicBezTo>
                  <a:pt x="2686050" y="1006100"/>
                  <a:pt x="2634875" y="1057275"/>
                  <a:pt x="257174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6657" y="5019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1"/>
          <p:cNvSpPr/>
          <p:nvPr/>
        </p:nvSpPr>
        <p:spPr>
          <a:xfrm>
            <a:off x="538163" y="54197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Personnalisé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06738" y="4824413"/>
            <a:ext cx="2686050" cy="1057275"/>
          </a:xfrm>
          <a:custGeom>
            <a:avLst/>
            <a:gdLst/>
            <a:ahLst/>
            <a:cxnLst/>
            <a:rect l="l" t="t" r="r" b="b"/>
            <a:pathLst>
              <a:path w="2686050" h="1057275">
                <a:moveTo>
                  <a:pt x="114302" y="0"/>
                </a:moveTo>
                <a:lnTo>
                  <a:pt x="2571748" y="0"/>
                </a:lnTo>
                <a:cubicBezTo>
                  <a:pt x="2634875" y="0"/>
                  <a:pt x="2686050" y="51175"/>
                  <a:pt x="2686050" y="114302"/>
                </a:cubicBezTo>
                <a:lnTo>
                  <a:pt x="2686050" y="942973"/>
                </a:lnTo>
                <a:cubicBezTo>
                  <a:pt x="2686050" y="1006100"/>
                  <a:pt x="2634875" y="1057275"/>
                  <a:pt x="257174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  <a:ln w="12700">
            <a:solidFill>
              <a:srgbClr val="5C6BC0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07632" y="5019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17" name="Text 14"/>
          <p:cNvSpPr/>
          <p:nvPr/>
        </p:nvSpPr>
        <p:spPr>
          <a:xfrm>
            <a:off x="3459138" y="54197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Adaptatif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27713" y="4824413"/>
            <a:ext cx="2686050" cy="1057275"/>
          </a:xfrm>
          <a:custGeom>
            <a:avLst/>
            <a:gdLst/>
            <a:ahLst/>
            <a:cxnLst/>
            <a:rect l="l" t="t" r="r" b="b"/>
            <a:pathLst>
              <a:path w="2686050" h="1057275">
                <a:moveTo>
                  <a:pt x="114302" y="0"/>
                </a:moveTo>
                <a:lnTo>
                  <a:pt x="2571748" y="0"/>
                </a:lnTo>
                <a:cubicBezTo>
                  <a:pt x="2634875" y="0"/>
                  <a:pt x="2686050" y="51175"/>
                  <a:pt x="2686050" y="114302"/>
                </a:cubicBezTo>
                <a:lnTo>
                  <a:pt x="2686050" y="942973"/>
                </a:lnTo>
                <a:cubicBezTo>
                  <a:pt x="2686050" y="1006100"/>
                  <a:pt x="2634875" y="1057275"/>
                  <a:pt x="257174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2700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28607" y="5019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0" name="Text 17"/>
          <p:cNvSpPr/>
          <p:nvPr/>
        </p:nvSpPr>
        <p:spPr>
          <a:xfrm>
            <a:off x="6380113" y="54197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90525" y="6286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19"/>
          <p:cNvSpPr/>
          <p:nvPr/>
        </p:nvSpPr>
        <p:spPr>
          <a:xfrm>
            <a:off x="647700" y="6248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RAG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057400" y="6286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5C6BC0"/>
          </a:solidFill>
          <a:ln/>
        </p:spPr>
      </p:sp>
      <p:sp>
        <p:nvSpPr>
          <p:cNvPr id="24" name="Text 21"/>
          <p:cNvSpPr/>
          <p:nvPr/>
        </p:nvSpPr>
        <p:spPr>
          <a:xfrm>
            <a:off x="2314575" y="62484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Algorithmique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086225" y="6286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6" name="Text 23"/>
          <p:cNvSpPr/>
          <p:nvPr/>
        </p:nvSpPr>
        <p:spPr>
          <a:xfrm>
            <a:off x="4352925" y="6248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Éducative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- Tuteur IA Personnalisé</dc:title>
  <dc:subject>StudyBuddy - Tuteur IA Personnalisé</dc:subject>
  <dc:creator>Kimi</dc:creator>
  <cp:lastModifiedBy>Kimi</cp:lastModifiedBy>
  <cp:revision>1</cp:revision>
  <dcterms:created xsi:type="dcterms:W3CDTF">2026-04-15T10:22:51Z</dcterms:created>
  <dcterms:modified xsi:type="dcterms:W3CDTF">2026-04-15T10:22:51Z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{"Label":"StudyBuddy - Tuteur IA Personnalisé","ContentProducer":"001191110108MACG2KBH8F10000","ProduceID":"19d90a40-f432-8222-8000-0000253f6c55","ReservedCode1":"","ContentPropagator":"001191110108MACG2KBH8F20000","PropagateID":"19d90a40-f432-8222-8000-0000253f6c55","ReservedCode2":""}</vt:lpwstr>
  </property>
</Properties>
</file>